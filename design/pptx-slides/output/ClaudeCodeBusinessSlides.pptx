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57200"/>
            <a:ext cx="3840480" cy="3931920"/>
          </a:xfrm>
          <a:prstGeom prst="roundRect">
            <a:avLst>
              <a:gd name="adj" fmla="val 5952"/>
            </a:avLst>
          </a:prstGeom>
          <a:solidFill>
            <a:srgbClr val="B4EA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457200"/>
            <a:ext cx="3840480" cy="3931920"/>
          </a:xfrm>
          <a:prstGeom prst="roundRect">
            <a:avLst>
              <a:gd name="adj" fmla="val 5952"/>
            </a:avLst>
          </a:prstGeom>
          <a:solidFill>
            <a:srgbClr val="D2FF9A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48640"/>
            <a:ext cx="3474720" cy="34747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77640" y="196596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092C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3977640" y="196596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800" dirty="0"/>
          </a:p>
        </p:txBody>
      </p:sp>
      <p:pic>
        <p:nvPicPr>
          <p:cNvPr id="7" name="Image 1" descr="C:\Users\Samy Chouaf\Desktop\smart-creator-design-system\assets\illustrations\brand-style\claude-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0" y="548640"/>
            <a:ext cx="3474720" cy="34747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409651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Claude Code for Business</a:t>
            </a:r>
            <a:endParaRPr lang="en-US" sz="3700" dirty="0"/>
          </a:p>
        </p:txBody>
      </p:sp>
      <p:sp>
        <p:nvSpPr>
          <p:cNvPr id="9" name="Text 5"/>
          <p:cNvSpPr/>
          <p:nvPr/>
        </p:nvSpPr>
        <p:spPr>
          <a:xfrm>
            <a:off x="457200" y="457200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AI from chat into a repeatable operating system for marketing teams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74320" y="4937760"/>
            <a:ext cx="859536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Samy Chouaf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03504"/>
          </a:xfrm>
          <a:prstGeom prst="rect">
            <a:avLst/>
          </a:prstGeom>
          <a:solidFill>
            <a:srgbClr val="092C6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45720"/>
            <a:ext cx="7909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 apps help. Operating systems compound.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384048" y="3566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difference is whether the work survives the session.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02336" y="1170432"/>
            <a:ext cx="3913632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0" y="1170432"/>
            <a:ext cx="3913632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2336" y="1170432"/>
            <a:ext cx="3913632" cy="128016"/>
          </a:xfrm>
          <a:prstGeom prst="rect">
            <a:avLst/>
          </a:prstGeom>
          <a:solidFill>
            <a:srgbClr val="FFE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0" y="1170432"/>
            <a:ext cx="3913632" cy="128016"/>
          </a:xfrm>
          <a:prstGeom prst="rect">
            <a:avLst/>
          </a:prstGeom>
          <a:solidFill>
            <a:srgbClr val="D2FF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9664" y="2395728"/>
            <a:ext cx="804672" cy="457200"/>
          </a:xfrm>
          <a:prstGeom prst="roundRect">
            <a:avLst>
              <a:gd name="adj" fmla="val 28000"/>
            </a:avLst>
          </a:prstGeom>
          <a:solidFill>
            <a:srgbClr val="092C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169664" y="2395728"/>
            <a:ext cx="804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31520" y="1444752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FFE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499616"/>
            <a:ext cx="548640" cy="5486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53312" y="148132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Chat app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6656" y="215798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usually happens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777240" y="2670048"/>
            <a:ext cx="91440" cy="91440"/>
          </a:xfrm>
          <a:prstGeom prst="ellipse">
            <a:avLst/>
          </a:prstGeom>
          <a:solidFill>
            <a:srgbClr val="FFE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41832" y="256946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One-off prompts with no durable workflow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777240" y="3328416"/>
            <a:ext cx="91440" cy="91440"/>
          </a:xfrm>
          <a:prstGeom prst="ellipse">
            <a:avLst/>
          </a:prstGeom>
          <a:solidFill>
            <a:srgbClr val="FFE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Context gets rebuilt every time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77240" y="3986784"/>
            <a:ext cx="91440" cy="91440"/>
          </a:xfrm>
          <a:prstGeom prst="ellipse">
            <a:avLst/>
          </a:prstGeom>
          <a:solidFill>
            <a:srgbClr val="FFE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41832" y="3886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Manual copy/paste between tools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901184" y="1444752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D2FF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499616"/>
            <a:ext cx="548640" cy="54864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5522976" y="148132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 operating system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4846320" y="2157984"/>
            <a:ext cx="3364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the system changes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946904" y="2670048"/>
            <a:ext cx="91440" cy="91440"/>
          </a:xfrm>
          <a:prstGeom prst="ellipse">
            <a:avLst/>
          </a:prstGeom>
          <a:solidFill>
            <a:srgbClr val="D2FF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111496" y="256946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Reusable workflows for recurring tasks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4946904" y="3328416"/>
            <a:ext cx="91440" cy="91440"/>
          </a:xfrm>
          <a:prstGeom prst="ellipse">
            <a:avLst/>
          </a:prstGeom>
          <a:solidFill>
            <a:srgbClr val="D2FF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111496" y="32278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Shared context across the whole team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4946904" y="3986784"/>
            <a:ext cx="91440" cy="91440"/>
          </a:xfrm>
          <a:prstGeom prst="ellipse">
            <a:avLst/>
          </a:prstGeom>
          <a:solidFill>
            <a:srgbClr val="D2FF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111496" y="38862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Outputs tied to business jobs to be done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" y="109728"/>
            <a:ext cx="1371600" cy="1371600"/>
          </a:xfrm>
          <a:prstGeom prst="ellipse">
            <a:avLst/>
          </a:prstGeom>
          <a:solidFill>
            <a:srgbClr val="B4EA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56448" y="201168"/>
            <a:ext cx="1005840" cy="1005840"/>
          </a:xfrm>
          <a:prstGeom prst="ellipse">
            <a:avLst/>
          </a:prstGeom>
          <a:solidFill>
            <a:srgbClr val="FFE6F3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02336" y="292608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Claude Code unlocks for business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20624" y="658368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leverage points that matter to a marketing team.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207008"/>
            <a:ext cx="2651760" cy="34747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07008"/>
            <a:ext cx="2651760" cy="146304"/>
          </a:xfrm>
          <a:prstGeom prst="rect">
            <a:avLst/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" y="1481328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" y="1554480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22376" y="22677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Speed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22376" y="2615184"/>
            <a:ext cx="20299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repetitive work into a faster, repeatable flow so campaigns move sooner.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46120" y="1207008"/>
            <a:ext cx="2651760" cy="34747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1207008"/>
            <a:ext cx="2651760" cy="146304"/>
          </a:xfrm>
          <a:prstGeom prst="rect">
            <a:avLst/>
          </a:prstGeom>
          <a:solidFill>
            <a:srgbClr val="D2FF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57016" y="1481328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D2FF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0168" y="1554480"/>
            <a:ext cx="512064" cy="51206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557016" y="22677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Consistency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557016" y="2615184"/>
            <a:ext cx="20299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Keep the same context, prompts, and quality bars across the whole team.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080760" y="1207008"/>
            <a:ext cx="2651760" cy="347472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1207008"/>
            <a:ext cx="2651760" cy="146304"/>
          </a:xfrm>
          <a:prstGeom prst="rect">
            <a:avLst/>
          </a:prstGeom>
          <a:solidFill>
            <a:srgbClr val="FFA0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391656" y="1481328"/>
            <a:ext cx="658368" cy="658368"/>
          </a:xfrm>
          <a:prstGeom prst="roundRect">
            <a:avLst>
              <a:gd name="adj" fmla="val 25000"/>
            </a:avLst>
          </a:prstGeom>
          <a:solidFill>
            <a:srgbClr val="FFA0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808" y="1554480"/>
            <a:ext cx="512064" cy="5120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391656" y="2267712"/>
            <a:ext cx="2029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Leverage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91656" y="2615184"/>
            <a:ext cx="2029968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Reuse one well-built workflow many times instead of starting from scratch.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743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Practical marketing workflows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work that repeats every week.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11480" y="1188720"/>
            <a:ext cx="2651760" cy="365760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188720"/>
            <a:ext cx="2651760" cy="384048"/>
          </a:xfrm>
          <a:prstGeom prst="roundRect">
            <a:avLst>
              <a:gd name="adj" fmla="val 57143"/>
            </a:avLst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316736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092C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1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1298448"/>
            <a:ext cx="384048" cy="3840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2648" y="18288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Campaign planning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12648" y="265176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Draft launch plans, briefs, and asset outlines from a single team prompt.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46120" y="1188720"/>
            <a:ext cx="2651760" cy="365760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188720"/>
            <a:ext cx="2651760" cy="384048"/>
          </a:xfrm>
          <a:prstGeom prst="roundRect">
            <a:avLst>
              <a:gd name="adj" fmla="val 57143"/>
            </a:avLst>
          </a:prstGeom>
          <a:solidFill>
            <a:srgbClr val="FDE6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29000" y="1316736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092C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42900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1298448"/>
            <a:ext cx="384048" cy="38404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47288" y="18288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Content repurposing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447288" y="265176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Turn one source into posts, emails, hooks, and summaries without re-starting.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6080760" y="1188720"/>
            <a:ext cx="2651760" cy="365760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80760" y="1188720"/>
            <a:ext cx="2651760" cy="384048"/>
          </a:xfrm>
          <a:prstGeom prst="roundRect">
            <a:avLst>
              <a:gd name="adj" fmla="val 57143"/>
            </a:avLst>
          </a:prstGeom>
          <a:solidFill>
            <a:srgbClr val="FFA0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263640" y="1316736"/>
            <a:ext cx="384048" cy="384048"/>
          </a:xfrm>
          <a:prstGeom prst="roundRect">
            <a:avLst>
              <a:gd name="adj" fmla="val 28571"/>
            </a:avLst>
          </a:prstGeom>
          <a:solidFill>
            <a:srgbClr val="092C69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6263640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298448"/>
            <a:ext cx="384048" cy="38404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81928" y="1828800"/>
            <a:ext cx="2249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Reporting loops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6281928" y="2651760"/>
            <a:ext cx="224942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Summarize performance, spot patterns, and prepare the next review faster.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2336" y="274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to roll it out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420624" y="62179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small, then standardize, then measure.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932688" y="1207008"/>
            <a:ext cx="73152" cy="2834640"/>
          </a:xfrm>
          <a:prstGeom prst="roundRect">
            <a:avLst>
              <a:gd name="adj" fmla="val 50000"/>
            </a:avLst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0" y="1170432"/>
            <a:ext cx="2331720" cy="3584448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355080" y="1170432"/>
            <a:ext cx="2331720" cy="164592"/>
          </a:xfrm>
          <a:prstGeom prst="roundRect">
            <a:avLst>
              <a:gd name="adj" fmla="val 133333"/>
            </a:avLst>
          </a:prstGeom>
          <a:solidFill>
            <a:srgbClr val="D2FF9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1417320"/>
            <a:ext cx="640080" cy="640080"/>
          </a:xfrm>
          <a:prstGeom prst="roundRect">
            <a:avLst>
              <a:gd name="adj" fmla="val 25714"/>
            </a:avLst>
          </a:prstGeom>
          <a:solidFill>
            <a:srgbClr val="FDE6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" name="Image 0" descr="C:\Users\Samy Chouaf\Desktop\smart-creator-design-system\assets\illustrations\brand-style\check-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0" y="1499616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296912" y="1444752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Measure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0" y="21762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71718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to watch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9808" y="132588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9808" y="1325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335024" y="12801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1. Pick one repeatable workflow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335024" y="159105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a weekly task such as campaign briefs, repurposing, or reporting.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49808" y="228600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DE6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49808" y="2286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335024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 Turn it into a team standard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1335024" y="255117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Package the context, prompts, and checks so anyone can run it the same way.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749808" y="3246120"/>
            <a:ext cx="365760" cy="365760"/>
          </a:xfrm>
          <a:prstGeom prst="roundRect">
            <a:avLst>
              <a:gd name="adj" fmla="val 30000"/>
            </a:avLst>
          </a:prstGeom>
          <a:solidFill>
            <a:srgbClr val="FFA06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49808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335024" y="3200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3. Tie it to business metrics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335024" y="3511296"/>
            <a:ext cx="4572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cycle time, output volume, and rework to prove the system is working.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6638544" y="2542032"/>
            <a:ext cx="201168" cy="201168"/>
          </a:xfrm>
          <a:prstGeom prst="roundRect">
            <a:avLst>
              <a:gd name="adj" fmla="val 27273"/>
            </a:avLst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912864" y="252374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Cycle time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6638544" y="3182112"/>
            <a:ext cx="201168" cy="201168"/>
          </a:xfrm>
          <a:prstGeom prst="roundRect">
            <a:avLst>
              <a:gd name="adj" fmla="val 27273"/>
            </a:avLst>
          </a:prstGeom>
          <a:solidFill>
            <a:srgbClr val="FDE6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912864" y="31638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Output volume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638544" y="3822192"/>
            <a:ext cx="201168" cy="201168"/>
          </a:xfrm>
          <a:prstGeom prst="roundRect">
            <a:avLst>
              <a:gd name="adj" fmla="val 27273"/>
            </a:avLst>
          </a:prstGeom>
          <a:solidFill>
            <a:srgbClr val="FFA06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912864" y="380390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Reuse rate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6565392" y="4315968"/>
            <a:ext cx="1938528" cy="365760"/>
          </a:xfrm>
          <a:prstGeom prst="roundRect">
            <a:avLst>
              <a:gd name="adj" fmla="val 30000"/>
            </a:avLst>
          </a:prstGeom>
          <a:solidFill>
            <a:srgbClr val="FFE6F3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65392" y="4315968"/>
            <a:ext cx="193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Track the system, not the prompts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2C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56032" y="237744"/>
            <a:ext cx="1645920" cy="1645920"/>
          </a:xfrm>
          <a:prstGeom prst="ellipse">
            <a:avLst/>
          </a:prstGeom>
          <a:solidFill>
            <a:srgbClr val="B4EA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54112" y="3547872"/>
            <a:ext cx="1645920" cy="1645920"/>
          </a:xfrm>
          <a:prstGeom prst="ellipse">
            <a:avLst/>
          </a:prstGeom>
          <a:solidFill>
            <a:srgbClr val="FFA066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786384"/>
            <a:ext cx="8138160" cy="35661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786384"/>
            <a:ext cx="8138160" cy="146304"/>
          </a:xfrm>
          <a:prstGeom prst="rect">
            <a:avLst/>
          </a:prstGeom>
          <a:solidFill>
            <a:srgbClr val="FDE6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1225296"/>
            <a:ext cx="2560320" cy="2651760"/>
          </a:xfrm>
          <a:prstGeom prst="roundRect">
            <a:avLst>
              <a:gd name="adj" fmla="val 7857"/>
            </a:avLst>
          </a:prstGeom>
          <a:solidFill>
            <a:srgbClr val="B4EA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C:\Users\Samy Chouaf\Desktop\smart-creator-design-system\assets\illustrations\brand-style\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371600"/>
            <a:ext cx="2240280" cy="2331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0" y="1225296"/>
            <a:ext cx="4389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goal is leverage, not just answers.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3657600" y="2103120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32324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If Claude Code is in the workflow, the workflow can be repeated, delegated, and scaled.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0" y="3127248"/>
            <a:ext cx="2743200" cy="475488"/>
          </a:xfrm>
          <a:prstGeom prst="roundRect">
            <a:avLst>
              <a:gd name="adj" fmla="val 26923"/>
            </a:avLst>
          </a:prstGeom>
          <a:solidFill>
            <a:srgbClr val="FDE6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0" y="312724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92C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 with one marketing task this week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488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Samy Chouaf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Code for Business</dc:title>
  <dc:subject>PptxGenJS Presentation</dc:subject>
  <dc:creator>Samy Chouaf</dc:creator>
  <cp:lastModifiedBy>Samy Chouaf</cp:lastModifiedBy>
  <cp:revision>1</cp:revision>
  <dcterms:created xsi:type="dcterms:W3CDTF">2026-05-30T14:07:41Z</dcterms:created>
  <dcterms:modified xsi:type="dcterms:W3CDTF">2026-05-30T14:07:41Z</dcterms:modified>
</cp:coreProperties>
</file>