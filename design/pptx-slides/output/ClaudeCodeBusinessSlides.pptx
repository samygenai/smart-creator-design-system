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457200"/>
            <a:ext cx="3840480" cy="3931920"/>
          </a:xfrm>
          <a:prstGeom prst="roundRect">
            <a:avLst>
              <a:gd name="adj" fmla="val 5952"/>
            </a:avLst>
          </a:prstGeom>
          <a:solidFill>
            <a:srgbClr val="B4EA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457200"/>
            <a:ext cx="3840480" cy="3931920"/>
          </a:xfrm>
          <a:prstGeom prst="roundRect">
            <a:avLst>
              <a:gd name="adj" fmla="val 5952"/>
            </a:avLst>
          </a:prstGeom>
          <a:solidFill>
            <a:srgbClr val="D2FF9A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C:\Users\Samy Chouaf\Desktop\smart-creator-design-system\assets\illustrations\notion-style\Chatting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548640"/>
            <a:ext cx="347472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977640" y="196596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977640" y="19659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800" dirty="0"/>
          </a:p>
        </p:txBody>
      </p:sp>
      <p:pic>
        <p:nvPicPr>
          <p:cNvPr id="7" name="Image 1" descr="C:\Users\Samy Chouaf\Desktop\smart-creator-design-system\assets\illustrations\brand-style\claude-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48640"/>
            <a:ext cx="3474720" cy="3474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0965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 Code for Business</a:t>
            </a:r>
            <a:endParaRPr lang="en-US" sz="3700" dirty="0"/>
          </a:p>
        </p:txBody>
      </p:sp>
      <p:sp>
        <p:nvSpPr>
          <p:cNvPr id="9" name="Text 5"/>
          <p:cNvSpPr/>
          <p:nvPr/>
        </p:nvSpPr>
        <p:spPr>
          <a:xfrm>
            <a:off x="457200" y="45720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AI from chat into a repeatable operating system for marketing teams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4320" y="4937760"/>
            <a:ext cx="85953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Samy Chouaf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45720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apps help. Operating systems compound.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84048" y="3566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difference is whether the work survives the session.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02336" y="1170432"/>
            <a:ext cx="3913632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0" y="1170432"/>
            <a:ext cx="3913632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02336" y="1170432"/>
            <a:ext cx="3913632" cy="128016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170432"/>
            <a:ext cx="3913632" cy="128016"/>
          </a:xfrm>
          <a:prstGeom prst="rect">
            <a:avLst/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9664" y="2395728"/>
            <a:ext cx="804672" cy="457200"/>
          </a:xfrm>
          <a:prstGeom prst="roundRect">
            <a:avLst>
              <a:gd name="adj" fmla="val 28000"/>
            </a:avLst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69664" y="2395728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1444752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C:\Users\Samy Chouaf\Desktop\smart-creator-design-system\assets\icons\business\copy-paste-clipboard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" y="1499616"/>
            <a:ext cx="548640" cy="5486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53312" y="14813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app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6656" y="215798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usually happens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77240" y="2670048"/>
            <a:ext cx="91440" cy="91440"/>
          </a:xfrm>
          <a:prstGeom prst="ellipse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1832" y="256946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One-off prompts with no durable workflow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77240" y="3328416"/>
            <a:ext cx="91440" cy="91440"/>
          </a:xfrm>
          <a:prstGeom prst="ellipse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41832" y="32278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gets rebuilt every time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1832" y="3886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Manual copy/paste between tools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901184" y="1444752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1" descr="C:\Users\Samy Chouaf\Desktop\smart-creator-design-system\assets\icons\programming-apps-websites\database-settings--Streamline-Freehand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4336" y="1499616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22976" y="148132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operating system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4846320" y="215798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system changes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946904" y="2670048"/>
            <a:ext cx="91440" cy="91440"/>
          </a:xfrm>
          <a:prstGeom prst="ellipse">
            <a:avLst/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111496" y="256946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Reusable workflows for recurring tasks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4946904" y="3328416"/>
            <a:ext cx="91440" cy="91440"/>
          </a:xfrm>
          <a:prstGeom prst="ellipse">
            <a:avLst/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111496" y="32278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Shared context across the whole team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4946904" y="3986784"/>
            <a:ext cx="91440" cy="91440"/>
          </a:xfrm>
          <a:prstGeom prst="ellipse">
            <a:avLst/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111496" y="3886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tied to business jobs to be done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0" y="109728"/>
            <a:ext cx="1371600" cy="1371600"/>
          </a:xfrm>
          <a:prstGeom prst="ellipse">
            <a:avLst/>
          </a:prstGeom>
          <a:solidFill>
            <a:srgbClr val="B4EA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56448" y="201168"/>
            <a:ext cx="1005840" cy="1005840"/>
          </a:xfrm>
          <a:prstGeom prst="ellipse">
            <a:avLst/>
          </a:prstGeom>
          <a:solidFill>
            <a:srgbClr val="FFE6F3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2926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Claude Code unlocks for business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20624" y="65836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leverage points that matter to a marketing team.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2651760" cy="34747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07008"/>
            <a:ext cx="2651760" cy="146304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2376" y="1481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C:\Users\Samy Chouaf\Desktop\smart-creator-design-system\assets\icons\business\time-stopwatch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5528" y="1554480"/>
            <a:ext cx="512064" cy="5120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" y="226771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" y="2615184"/>
            <a:ext cx="20299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repetitive work into a faster, repeatable flow so campaigns move sooner.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46120" y="1207008"/>
            <a:ext cx="2651760" cy="34747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46120" y="1207008"/>
            <a:ext cx="2651760" cy="146304"/>
          </a:xfrm>
          <a:prstGeom prst="rect">
            <a:avLst/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57016" y="1481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C:\Users\Samy Chouaf\Desktop\smart-creator-design-system\assets\icons\programming-apps-websites\database-settings--Streamline-Freehand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30168" y="155448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57016" y="226771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Consistency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557016" y="2615184"/>
            <a:ext cx="20299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 the same context, prompts, and quality bars across the whole team.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207008"/>
            <a:ext cx="2651760" cy="34747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207008"/>
            <a:ext cx="2651760" cy="146304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91656" y="1481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C:\Users\Samy Chouaf\Desktop\smart-creator-design-system\assets\icons\work-office\task-list-clipboard-check--Streamline-Freehand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64808" y="15544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91656" y="226771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Leverage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391656" y="2615184"/>
            <a:ext cx="20299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Reuse one well-built workflow many times instead of starting from scratch.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2336" y="274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Practical marketing workflows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20624" y="62179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with work that repeats every week.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2651760" cy="365760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188720"/>
            <a:ext cx="2651760" cy="384048"/>
          </a:xfrm>
          <a:prstGeom prst="roundRect">
            <a:avLst>
              <a:gd name="adj" fmla="val 57143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316736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pic>
        <p:nvPicPr>
          <p:cNvPr id="8" name="Image 0" descr="C:\Users\Samy Chouaf\Desktop\smart-creator-design-system\assets\icons\business\calendar-grid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31720" y="12984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182880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Campaign planning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12648" y="265176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Draft launch plans, briefs, and asset outlines from a single team prompt.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46120" y="1188720"/>
            <a:ext cx="2651760" cy="365760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46120" y="1188720"/>
            <a:ext cx="2651760" cy="384048"/>
          </a:xfrm>
          <a:prstGeom prst="roundRect">
            <a:avLst>
              <a:gd name="adj" fmla="val 57143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29000" y="1316736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42900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pic>
        <p:nvPicPr>
          <p:cNvPr id="15" name="Image 1" descr="C:\Users\Samy Chouaf\Desktop\smart-creator-design-system\assets\icons\design\content-brush-pen--Streamline-Freehand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66360" y="1298448"/>
            <a:ext cx="384048" cy="384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47288" y="182880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 repurposing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47288" y="265176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one source into posts, emails, hooks, and summaries without re-starting.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188720"/>
            <a:ext cx="2651760" cy="365760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188720"/>
            <a:ext cx="2651760" cy="384048"/>
          </a:xfrm>
          <a:prstGeom prst="roundRect">
            <a:avLst>
              <a:gd name="adj" fmla="val 57143"/>
            </a:avLst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63640" y="1316736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26364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pic>
        <p:nvPicPr>
          <p:cNvPr id="22" name="Image 2" descr="C:\Users\Samy Chouaf\Desktop\smart-creator-design-system\assets\icons\data\analytics-board-graph-line--Streamline-Freehand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01000" y="1298448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81928" y="182880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Reporting loops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281928" y="265176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Summarize performance, spot patterns, and prepare the next review faster.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2336" y="274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roll it out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20624" y="621792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small, then standardize, then measure.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32688" y="1207008"/>
            <a:ext cx="73152" cy="2834640"/>
          </a:xfrm>
          <a:prstGeom prst="roundRect">
            <a:avLst>
              <a:gd name="adj" fmla="val 50000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1170432"/>
            <a:ext cx="2331720" cy="3584448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55080" y="1170432"/>
            <a:ext cx="2331720" cy="164592"/>
          </a:xfrm>
          <a:prstGeom prst="roundRect">
            <a:avLst>
              <a:gd name="adj" fmla="val 133333"/>
            </a:avLst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C:\Users\Samy Chouaf\Desktop\smart-creator-design-system\assets\illustrations\brand-style\check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99616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296912" y="144475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Measure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0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watch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49808" y="1325880"/>
            <a:ext cx="365760" cy="365760"/>
          </a:xfrm>
          <a:prstGeom prst="roundRect">
            <a:avLst>
              <a:gd name="adj" fmla="val 30000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49808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35024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Pick one repeatable workflow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335024" y="159105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with a weekly task such as campaign briefs, repurposing, or reporting.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49808" y="2286000"/>
            <a:ext cx="365760" cy="365760"/>
          </a:xfrm>
          <a:prstGeom prst="roundRect">
            <a:avLst>
              <a:gd name="adj" fmla="val 30000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49808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335024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Turn it into a team standard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35024" y="255117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Package the context, prompts, and checks so anyone can run it the same way.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49808" y="3246120"/>
            <a:ext cx="365760" cy="365760"/>
          </a:xfrm>
          <a:prstGeom prst="roundRect">
            <a:avLst>
              <a:gd name="adj" fmla="val 30000"/>
            </a:avLst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4980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335024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Tie it to business metrics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335024" y="351129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 cycle time, output volume, and rework to prove the system is working.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638544" y="2542032"/>
            <a:ext cx="201168" cy="201168"/>
          </a:xfrm>
          <a:prstGeom prst="roundRect">
            <a:avLst>
              <a:gd name="adj" fmla="val 27273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912864" y="252374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Cycle time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638544" y="3182112"/>
            <a:ext cx="201168" cy="201168"/>
          </a:xfrm>
          <a:prstGeom prst="roundRect">
            <a:avLst>
              <a:gd name="adj" fmla="val 27273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12864" y="31638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 volume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38544" y="3822192"/>
            <a:ext cx="201168" cy="201168"/>
          </a:xfrm>
          <a:prstGeom prst="roundRect">
            <a:avLst>
              <a:gd name="adj" fmla="val 27273"/>
            </a:avLst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12864" y="380390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Reuse rate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565392" y="4315968"/>
            <a:ext cx="1938528" cy="365760"/>
          </a:xfrm>
          <a:prstGeom prst="roundRect">
            <a:avLst>
              <a:gd name="adj" fmla="val 30000"/>
            </a:avLst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65392" y="431596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 the system, not the prompts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" y="237744"/>
            <a:ext cx="1645920" cy="1645920"/>
          </a:xfrm>
          <a:prstGeom prst="ellipse">
            <a:avLst/>
          </a:prstGeom>
          <a:solidFill>
            <a:srgbClr val="B4EA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54112" y="3547872"/>
            <a:ext cx="1645920" cy="1645920"/>
          </a:xfrm>
          <a:prstGeom prst="ellipse">
            <a:avLst/>
          </a:prstGeom>
          <a:solidFill>
            <a:srgbClr val="FFA066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786384"/>
            <a:ext cx="8138160" cy="35661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786384"/>
            <a:ext cx="8138160" cy="146304"/>
          </a:xfrm>
          <a:prstGeom prst="rect">
            <a:avLst/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225296"/>
            <a:ext cx="2560320" cy="2651760"/>
          </a:xfrm>
          <a:prstGeom prst="roundRect">
            <a:avLst>
              <a:gd name="adj" fmla="val 7857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:\Users\Samy Chouaf\Desktop\smart-creator-design-system\assets\illustrations\brand-style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371600"/>
            <a:ext cx="2240280" cy="2331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0" y="1225296"/>
            <a:ext cx="4389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goal is leverage, not just answers.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3657600" y="2103120"/>
            <a:ext cx="4480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Claude Code is in the workflow, the workflow can be repeated, delegated, and scaled.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0" y="3127248"/>
            <a:ext cx="2743200" cy="475488"/>
          </a:xfrm>
          <a:prstGeom prst="roundRect">
            <a:avLst>
              <a:gd name="adj" fmla="val 26923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31272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with one marketing task this week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" y="4645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Samy Chouaf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for Business</dc:title>
  <dc:subject>PptxGenJS Presentation</dc:subject>
  <dc:creator>Samy Chouaf</dc:creator>
  <cp:lastModifiedBy>Samy Chouaf</cp:lastModifiedBy>
  <cp:revision>1</cp:revision>
  <dcterms:created xsi:type="dcterms:W3CDTF">2026-05-30T10:37:08Z</dcterms:created>
  <dcterms:modified xsi:type="dcterms:W3CDTF">2026-05-30T10:37:08Z</dcterms:modified>
</cp:coreProperties>
</file>