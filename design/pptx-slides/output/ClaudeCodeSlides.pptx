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2C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822960"/>
            <a:ext cx="1828800" cy="1828800"/>
          </a:xfrm>
          <a:prstGeom prst="ellipse">
            <a:avLst/>
          </a:prstGeom>
          <a:solidFill>
            <a:srgbClr val="B4EAFF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502920"/>
            <a:ext cx="1463040" cy="274320"/>
          </a:xfrm>
          <a:prstGeom prst="roundRect">
            <a:avLst>
              <a:gd name="adj" fmla="val 33333"/>
            </a:avLst>
          </a:prstGeom>
          <a:solidFill>
            <a:srgbClr val="B4EA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502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PRACTICAL GUIDE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Claude Code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4EA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Setup to Business Value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2377440"/>
            <a:ext cx="5943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step-by-step guide for technical teams ready to ship faster with AI.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132320" y="1188720"/>
            <a:ext cx="1371600" cy="109728"/>
          </a:xfrm>
          <a:prstGeom prst="rect">
            <a:avLst/>
          </a:prstGeom>
          <a:solidFill>
            <a:srgbClr val="B4EA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32320" y="1353312"/>
            <a:ext cx="1371600" cy="109728"/>
          </a:xfrm>
          <a:prstGeom prst="rect">
            <a:avLst/>
          </a:prstGeom>
          <a:solidFill>
            <a:srgbClr val="D2FF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32320" y="1517904"/>
            <a:ext cx="1371600" cy="109728"/>
          </a:xfrm>
          <a:prstGeom prst="rect">
            <a:avLst/>
          </a:prstGeom>
          <a:solidFill>
            <a:srgbClr val="FDE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B4EA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64922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Samy Chouaf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754880" y="64922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claude.ai/code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C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92C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is Claude Code?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terminal-native AI agent that reads your entire codebase and acts on it.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73152" cy="320040"/>
          </a:xfrm>
          <a:prstGeom prst="rect">
            <a:avLst/>
          </a:prstGeom>
          <a:solidFill>
            <a:srgbClr val="B4EA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2860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232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Works in any terminal, no IDE required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73152" cy="320040"/>
          </a:xfrm>
          <a:prstGeom prst="rect">
            <a:avLst/>
          </a:prstGeom>
          <a:solidFill>
            <a:srgbClr val="D2FF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926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232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Reads, writes, and executes autonomously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566160"/>
            <a:ext cx="73152" cy="320040"/>
          </a:xfrm>
          <a:prstGeom prst="rect">
            <a:avLst/>
          </a:prstGeom>
          <a:solidFill>
            <a:srgbClr val="FDE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5661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232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Built by Anthropic, powered by Claude 3.7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0" y="914400"/>
            <a:ext cx="30175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669280" y="914400"/>
            <a:ext cx="73152" cy="1371600"/>
          </a:xfrm>
          <a:prstGeom prst="rect">
            <a:avLst/>
          </a:prstGeom>
          <a:solidFill>
            <a:srgbClr val="B4EA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33872" y="1024128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Made for engineers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833872" y="1399032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CLI-first workflow, git-aware, no context switching.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0" y="2423160"/>
            <a:ext cx="30175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669280" y="2423160"/>
            <a:ext cx="73152" cy="1371600"/>
          </a:xfrm>
          <a:prstGeom prst="rect">
            <a:avLst/>
          </a:prstGeom>
          <a:solidFill>
            <a:srgbClr val="D2FF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33872" y="2532888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Understands your repo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833872" y="2907792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Reads all files, not just the open tab.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69280" y="3931920"/>
            <a:ext cx="30175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669280" y="3931920"/>
            <a:ext cx="73152" cy="1371600"/>
          </a:xfrm>
          <a:prstGeom prst="rect">
            <a:avLst/>
          </a:prstGeom>
          <a:solidFill>
            <a:srgbClr val="FDE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33872" y="4041648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Ships real work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33872" y="4416552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Runs tests, commits, opens PRs.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C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92C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Step 1: Install and Authenticate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0" cy="640080"/>
          </a:xfrm>
          <a:prstGeom prst="ellipse">
            <a:avLst/>
          </a:prstGeom>
          <a:solidFill>
            <a:srgbClr val="B4EA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68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80160" y="960120"/>
            <a:ext cx="7406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Claude Code running in under 3 minutes.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371600"/>
          </a:xfrm>
          <a:prstGeom prst="rect">
            <a:avLst/>
          </a:prstGeom>
          <a:solidFill>
            <a:srgbClr val="092C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783080"/>
            <a:ext cx="78638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B4EA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# Install globally via npm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npm install -g @anthropic-ai/claude-code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B4EA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# Launch Claude Code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claude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2461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Prerequisites: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639312"/>
            <a:ext cx="1371600" cy="292608"/>
          </a:xfrm>
          <a:prstGeom prst="roundRect">
            <a:avLst>
              <a:gd name="adj" fmla="val 31250"/>
            </a:avLst>
          </a:prstGeom>
          <a:solidFill>
            <a:srgbClr val="B4EA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63931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Node.js 18+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965960" y="3639312"/>
            <a:ext cx="1188720" cy="292608"/>
          </a:xfrm>
          <a:prstGeom prst="roundRect">
            <a:avLst>
              <a:gd name="adj" fmla="val 31250"/>
            </a:avLst>
          </a:prstGeom>
          <a:solidFill>
            <a:srgbClr val="D2FF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363931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npm or npx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91840" y="3639312"/>
            <a:ext cx="1737360" cy="292608"/>
          </a:xfrm>
          <a:prstGeom prst="roundRect">
            <a:avLst>
              <a:gd name="adj" fmla="val 31250"/>
            </a:avLst>
          </a:prstGeom>
          <a:solidFill>
            <a:srgbClr val="FDE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91840" y="363931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Anthropic API key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4069080"/>
            <a:ext cx="82296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0080" y="4114800"/>
            <a:ext cx="7863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232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After launch, Claude Code will prompt for your API key. Get one at console.anthropic.com or claude.ai/code (Pro/Max plans include access).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5257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71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Tip: Set ANTHROPIC_API_KEY as an env variable for persistent auth across sessions.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C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92C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Step 2: Configure Your Environment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0" cy="640080"/>
          </a:xfrm>
          <a:prstGeom prst="ellipse">
            <a:avLst/>
          </a:prstGeom>
          <a:solidFill>
            <a:srgbClr val="D2FF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68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80160" y="960120"/>
            <a:ext cx="7406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Tell Claude Code about your project.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4114800" cy="2286000"/>
          </a:xfrm>
          <a:prstGeom prst="rect">
            <a:avLst/>
          </a:prstGeom>
          <a:solidFill>
            <a:srgbClr val="092C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783080"/>
            <a:ext cx="374904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B4EA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# Set working directory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cd your-project/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B4EA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# Ignore sensitive files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echo '.env' &gt;&gt; .claudeignore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B4EA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# Set project context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touch CLAUDE.md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691640"/>
            <a:ext cx="41148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691640"/>
            <a:ext cx="73152" cy="1051560"/>
          </a:xfrm>
          <a:prstGeom prst="rect">
            <a:avLst/>
          </a:prstGeom>
          <a:solidFill>
            <a:srgbClr val="D2FF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19472" y="1755648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.claudeignore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19472" y="208483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Like .gitignore for Claude. Keep secrets, large binaries, and generated files out of context.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2834640"/>
            <a:ext cx="41148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54880" y="2834640"/>
            <a:ext cx="73152" cy="1234440"/>
          </a:xfrm>
          <a:prstGeom prst="rect">
            <a:avLst/>
          </a:prstGeom>
          <a:solidFill>
            <a:srgbClr val="FDE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19472" y="2898648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CLAUDE.md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19472" y="3227832"/>
            <a:ext cx="3794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Markdown file with project rules, architecture notes, and coding conventions Claude must follow.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4663440"/>
            <a:ext cx="2468880" cy="1005840"/>
          </a:xfrm>
          <a:prstGeom prst="rect">
            <a:avLst/>
          </a:prstGeom>
          <a:solidFill>
            <a:srgbClr val="B4EAFF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4718304"/>
            <a:ext cx="2249424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 CLAUDE.md once, share with team. Everyone gets the same Claude behavior.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108960" y="4663440"/>
            <a:ext cx="2468880" cy="1005840"/>
          </a:xfrm>
          <a:prstGeom prst="rect">
            <a:avLst/>
          </a:prstGeom>
          <a:solidFill>
            <a:srgbClr val="D2FF9A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18688" y="4718304"/>
            <a:ext cx="2249424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 design system docs to CLAUDE.md for consistent code style.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60720" y="4663440"/>
            <a:ext cx="2468880" cy="1005840"/>
          </a:xfrm>
          <a:prstGeom prst="rect">
            <a:avLst/>
          </a:prstGeom>
          <a:solidFill>
            <a:srgbClr val="FDE68A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70448" y="4718304"/>
            <a:ext cx="2249424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 .claudeignore to prevent accidental exposure of credentials.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C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92C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Step 3: Run Your First Task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0" cy="640080"/>
          </a:xfrm>
          <a:prstGeom prst="ellipse">
            <a:avLst/>
          </a:prstGeom>
          <a:solidFill>
            <a:srgbClr val="FDE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68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80160" y="960120"/>
            <a:ext cx="7406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Natural language in, working code out.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65760" y="1691640"/>
            <a:ext cx="3931920" cy="2194560"/>
          </a:xfrm>
          <a:prstGeom prst="rect">
            <a:avLst/>
          </a:prstGeom>
          <a:solidFill>
            <a:srgbClr val="092C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80136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 TYPE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2148840"/>
            <a:ext cx="356616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"Fix the failing tests in the auth module and add error handling for null tokens."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370832" y="2377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DE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4754880" y="1691640"/>
            <a:ext cx="3931920" cy="2194560"/>
          </a:xfrm>
          <a:prstGeom prst="rect">
            <a:avLst/>
          </a:prstGeom>
          <a:solidFill>
            <a:srgbClr val="D2FF9A">
              <a:alpha val="30000"/>
            </a:srgbClr>
          </a:solidFill>
          <a:ln w="12700">
            <a:solidFill>
              <a:srgbClr val="D2FF9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37760" y="180136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CLAUDE DOES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937760" y="2148840"/>
            <a:ext cx="356616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232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Reads all test files and auth module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232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Identifies 3 failing assertions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232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Patches auth.js with null checks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232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Re-runs tests: 14/14 pass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Try these starter tasks: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4617720"/>
            <a:ext cx="2286000" cy="347472"/>
          </a:xfrm>
          <a:prstGeom prst="roundRect">
            <a:avLst>
              <a:gd name="adj" fmla="val 26316"/>
            </a:avLst>
          </a:prstGeom>
          <a:solidFill>
            <a:srgbClr val="B4EA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61772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Write a unit test for X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017520" y="4617720"/>
            <a:ext cx="2286000" cy="347472"/>
          </a:xfrm>
          <a:prstGeom prst="roundRect">
            <a:avLst>
              <a:gd name="adj" fmla="val 26316"/>
            </a:avLst>
          </a:prstGeom>
          <a:solidFill>
            <a:srgbClr val="D2FF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17520" y="461772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Refactor this function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577840" y="4617720"/>
            <a:ext cx="2697480" cy="347472"/>
          </a:xfrm>
          <a:prstGeom prst="roundRect">
            <a:avLst>
              <a:gd name="adj" fmla="val 26316"/>
            </a:avLst>
          </a:prstGeom>
          <a:solidFill>
            <a:srgbClr val="FDE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577840" y="461772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Generate JSDoc comments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92C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Business Use Cases: Engineering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4EA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Claude Code pays back fastest for dev teams.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11480" y="1280160"/>
            <a:ext cx="39319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1280160"/>
            <a:ext cx="3931920" cy="73152"/>
          </a:xfrm>
          <a:prstGeom prst="rect">
            <a:avLst/>
          </a:prstGeom>
          <a:solidFill>
            <a:srgbClr val="B4EA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42646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Code Review at Scale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792224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171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Claude reviews every PR for logic errors, missing tests, and style violations. Ships in parallel with your team.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090672"/>
            <a:ext cx="2560320" cy="274320"/>
          </a:xfrm>
          <a:prstGeom prst="roundRect">
            <a:avLst>
              <a:gd name="adj" fmla="val 33333"/>
            </a:avLst>
          </a:prstGeom>
          <a:solidFill>
            <a:srgbClr val="B4EA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30906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3x faster reviews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00600" y="1280160"/>
            <a:ext cx="39319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00600" y="1280160"/>
            <a:ext cx="3931920" cy="73152"/>
          </a:xfrm>
          <a:prstGeom prst="rect">
            <a:avLst/>
          </a:prstGeom>
          <a:solidFill>
            <a:srgbClr val="D2FF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37760" y="142646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Test Generation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37760" y="1792224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171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Describe a function, get full test suites. Covers edge cases human reviewers miss.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937760" y="3090672"/>
            <a:ext cx="2560320" cy="274320"/>
          </a:xfrm>
          <a:prstGeom prst="roundRect">
            <a:avLst>
              <a:gd name="adj" fmla="val 33333"/>
            </a:avLst>
          </a:prstGeom>
          <a:solidFill>
            <a:srgbClr val="D2FF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37760" y="30906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80% test coverage baseline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3749040"/>
            <a:ext cx="39319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11480" y="3749040"/>
            <a:ext cx="3931920" cy="73152"/>
          </a:xfrm>
          <a:prstGeom prst="rect">
            <a:avLst/>
          </a:prstGeom>
          <a:solidFill>
            <a:srgbClr val="FDE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389534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Codebase Onboarding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4261104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171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New hire asks Claude to explain any module, trace data flows, or map dependencies instantly.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559552"/>
            <a:ext cx="2560320" cy="274320"/>
          </a:xfrm>
          <a:prstGeom prst="roundRect">
            <a:avLst>
              <a:gd name="adj" fmla="val 33333"/>
            </a:avLst>
          </a:prstGeom>
          <a:solidFill>
            <a:srgbClr val="FDE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55595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Day 1 productivity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0600" y="3749040"/>
            <a:ext cx="39319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800600" y="3749040"/>
            <a:ext cx="3931920" cy="73152"/>
          </a:xfrm>
          <a:prstGeom prst="rect">
            <a:avLst/>
          </a:prstGeom>
          <a:solidFill>
            <a:srgbClr val="FFE6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37760" y="389534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Bug Triage and Fix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937760" y="4261104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171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Paste a stack trace. Claude locates the root cause, proposes a patch, and opens a PR.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937760" y="5559552"/>
            <a:ext cx="2560320" cy="274320"/>
          </a:xfrm>
          <a:prstGeom prst="roundRect">
            <a:avLst>
              <a:gd name="adj" fmla="val 33333"/>
            </a:avLst>
          </a:prstGeom>
          <a:solidFill>
            <a:srgbClr val="FFE6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37760" y="55595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Minutes not hours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C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92C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Business Use Cases: Beyond Engineering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232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Non-engineering teams unlock value faster than you expect.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11480" y="1051560"/>
            <a:ext cx="26517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188720"/>
            <a:ext cx="731520" cy="731520"/>
          </a:xfrm>
          <a:prstGeom prst="ellipse">
            <a:avLst/>
          </a:prstGeom>
          <a:solidFill>
            <a:srgbClr val="B4EA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1887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205740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Product and Ops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11480" y="2514600"/>
            <a:ext cx="2651760" cy="45720"/>
          </a:xfrm>
          <a:prstGeom prst="rect">
            <a:avLst/>
          </a:prstGeom>
          <a:solidFill>
            <a:srgbClr val="B4EA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606040"/>
            <a:ext cx="2468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7171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Draft PRDs and specs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7171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 SQL queries via natural language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7171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Automate repetitive scripts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7171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Parse and summarize logs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4498848"/>
            <a:ext cx="2468880" cy="274320"/>
          </a:xfrm>
          <a:prstGeom prst="roundRect">
            <a:avLst>
              <a:gd name="adj" fmla="val 33333"/>
            </a:avLst>
          </a:prstGeom>
          <a:solidFill>
            <a:srgbClr val="B4EA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44988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 SQL skills required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46120" y="1051560"/>
            <a:ext cx="26517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0" y="1188720"/>
            <a:ext cx="731520" cy="731520"/>
          </a:xfrm>
          <a:prstGeom prst="ellipse">
            <a:avLst/>
          </a:prstGeom>
          <a:solidFill>
            <a:srgbClr val="D2FF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0" y="11887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337560" y="205740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 and Analytics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246120" y="2514600"/>
            <a:ext cx="2651760" cy="45720"/>
          </a:xfrm>
          <a:prstGeom prst="rect">
            <a:avLst/>
          </a:prstGeom>
          <a:solidFill>
            <a:srgbClr val="D2FF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37560" y="2606040"/>
            <a:ext cx="2468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7171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 Python data pipelines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7171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Clean and transform datasets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7171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Generate chart scaffolding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7171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Explain complex queries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337560" y="4498848"/>
            <a:ext cx="2468880" cy="274320"/>
          </a:xfrm>
          <a:prstGeom prst="roundRect">
            <a:avLst>
              <a:gd name="adj" fmla="val 33333"/>
            </a:avLst>
          </a:prstGeom>
          <a:solidFill>
            <a:srgbClr val="D2FF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44988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10x faster pipeline setup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80760" y="1051560"/>
            <a:ext cx="26517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92240" y="1188720"/>
            <a:ext cx="731520" cy="731520"/>
          </a:xfrm>
          <a:prstGeom prst="ellipse">
            <a:avLst/>
          </a:prstGeom>
          <a:solidFill>
            <a:srgbClr val="FDE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0" y="11887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172200" y="205740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Security and Compliance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080760" y="2514600"/>
            <a:ext cx="2651760" cy="45720"/>
          </a:xfrm>
          <a:prstGeom prst="rect">
            <a:avLst/>
          </a:prstGeom>
          <a:solidFill>
            <a:srgbClr val="FDE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72200" y="2606040"/>
            <a:ext cx="2468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7171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dependency vulnerabilities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7171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Generate security checklists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7171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Review config for misconfigs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7171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Draft policy documentation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172200" y="4498848"/>
            <a:ext cx="2468880" cy="274320"/>
          </a:xfrm>
          <a:prstGeom prst="roundRect">
            <a:avLst>
              <a:gd name="adj" fmla="val 33333"/>
            </a:avLst>
          </a:prstGeom>
          <a:solidFill>
            <a:srgbClr val="FDE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72200" y="44988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Continuous audit coverage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92C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Start Today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4EA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Three numbers. Three steps.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114800" cy="1234440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55448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DE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min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 your first completed task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880360"/>
            <a:ext cx="4114800" cy="1234440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01752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DE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40%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640080" y="356616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faster code reviews on average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4343400"/>
            <a:ext cx="4114800" cy="1234440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4480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DE6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Zero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640080" y="502920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IDE dependency. Works in any terminal.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46320" y="14173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next 3 steps: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846320" y="1920240"/>
            <a:ext cx="411480" cy="411480"/>
          </a:xfrm>
          <a:prstGeom prst="ellipse">
            <a:avLst/>
          </a:prstGeom>
          <a:solidFill>
            <a:srgbClr val="B4EA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1920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376672" y="19202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Install Claude Code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376672" y="2221992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EA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npm install -g @anthropic-ai/claude-code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46320" y="2926080"/>
            <a:ext cx="411480" cy="411480"/>
          </a:xfrm>
          <a:prstGeom prst="ellipse">
            <a:avLst/>
          </a:prstGeom>
          <a:solidFill>
            <a:srgbClr val="B4EA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0" y="2926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376672" y="2926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 one real task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376672" y="3227832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EA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Pick a ticket from your backlog and try it now.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846320" y="3931920"/>
            <a:ext cx="411480" cy="411480"/>
          </a:xfrm>
          <a:prstGeom prst="ellipse">
            <a:avLst/>
          </a:prstGeom>
          <a:solidFill>
            <a:srgbClr val="B4EA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0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376672" y="39319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Share CLAUDE.md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376672" y="4233672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EA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 your conventions and roll it out to the team.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B4EA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claude.ai/code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Code: From Setup to Business Value</dc:title>
  <dc:subject>PptxGenJS Presentation</dc:subject>
  <dc:creator>Samy Chouaf</dc:creator>
  <cp:lastModifiedBy>Samy Chouaf</cp:lastModifiedBy>
  <cp:revision>1</cp:revision>
  <dcterms:created xsi:type="dcterms:W3CDTF">2026-05-29T16:50:58Z</dcterms:created>
  <dcterms:modified xsi:type="dcterms:W3CDTF">2026-05-29T16:50:58Z</dcterms:modified>
</cp:coreProperties>
</file>