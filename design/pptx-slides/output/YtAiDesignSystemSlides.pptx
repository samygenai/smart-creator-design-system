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</p:sldIdLst>
  <p:notesMasterIdLst>
    <p:notesMasterId r:id="rId7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notesMaster" Target="notesMasters/notesMaster1.xml"/><Relationship Id="rId8" Type="http://schemas.openxmlformats.org/officeDocument/2006/relationships/presProps" Target="presProps.xml"/><Relationship Id="rId9" Type="http://schemas.openxmlformats.org/officeDocument/2006/relationships/viewProps" Target="viewProps.xml"/><Relationship Id="rId10" Type="http://schemas.openxmlformats.org/officeDocument/2006/relationships/theme" Target="theme/theme1.xml"/><Relationship Id="rId11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image" Target="../media/image-1-2.png"/><Relationship Id="rId3" Type="http://schemas.openxmlformats.org/officeDocument/2006/relationships/image" Target="../media/image-1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image" Target="../media/image-5-3.png"/><Relationship Id="rId4" Type="http://schemas.openxmlformats.org/officeDocument/2006/relationships/image" Target="../media/image-5-4.png"/><Relationship Id="rId5" Type="http://schemas.openxmlformats.org/officeDocument/2006/relationships/image" Target="../media/image-5-5.png"/><Relationship Id="rId6" Type="http://schemas.openxmlformats.org/officeDocument/2006/relationships/image" Target="../media/image-5-6.png"/><Relationship Id="rId7" Type="http://schemas.openxmlformats.org/officeDocument/2006/relationships/image" Target="../media/image-5-7.png"/><Relationship Id="rId8" Type="http://schemas.openxmlformats.org/officeDocument/2006/relationships/image" Target="../media/image-5-7.png"/><Relationship Id="rId9" Type="http://schemas.openxmlformats.org/officeDocument/2006/relationships/image" Target="../media/image-5-7.png"/><Relationship Id="rId10" Type="http://schemas.openxmlformats.org/officeDocument/2006/relationships/image" Target="../media/image-5-7.png"/><Relationship Id="rId11" Type="http://schemas.openxmlformats.org/officeDocument/2006/relationships/image" Target="../media/image-5-11.png"/><Relationship Id="rId12" Type="http://schemas.openxmlformats.org/officeDocument/2006/relationships/image" Target="../media/image-5-11.png"/><Relationship Id="rId13" Type="http://schemas.openxmlformats.org/officeDocument/2006/relationships/image" Target="../media/image-5-11.png"/><Relationship Id="rId14" Type="http://schemas.openxmlformats.org/officeDocument/2006/relationships/image" Target="../media/image-5-11.png"/><Relationship Id="rId15" Type="http://schemas.openxmlformats.org/officeDocument/2006/relationships/slideLayout" Target="../slideLayouts/slideLayout1.xml"/><Relationship Id="rId16" Type="http://schemas.openxmlformats.org/officeDocument/2006/relationships/notesSlide" Target="../notesSlides/notesSlide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CE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C:\Users\Samy Chouaf\Desktop\smart-creator-design-system\assets\textures\light-squares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-411480" y="320040"/>
            <a:ext cx="3108960" cy="3108960"/>
          </a:xfrm>
          <a:prstGeom prst="ellipse">
            <a:avLst/>
          </a:prstGeom>
          <a:solidFill>
            <a:srgbClr val="B4EAFF">
              <a:alpha val="22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4" name="Shape 1"/>
          <p:cNvSpPr/>
          <p:nvPr/>
        </p:nvSpPr>
        <p:spPr>
          <a:xfrm>
            <a:off x="6492240" y="1234440"/>
            <a:ext cx="3200400" cy="3200400"/>
          </a:xfrm>
          <a:prstGeom prst="ellipse">
            <a:avLst/>
          </a:prstGeom>
          <a:solidFill>
            <a:srgbClr val="D2FF9A">
              <a:alpha val="20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5" name="Shape 2"/>
          <p:cNvSpPr/>
          <p:nvPr/>
        </p:nvSpPr>
        <p:spPr>
          <a:xfrm>
            <a:off x="411480" y="713232"/>
            <a:ext cx="2743200" cy="324612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  <a:effectLst>
            <a:outerShdw sx="100000" sy="100000" kx="0" ky="0" algn="bl" rotWithShape="0" blurRad="152400" dist="38100" dir="8100000">
              <a:srgbClr val="000000">
                <a:alpha val="22000"/>
              </a:srgbClr>
            </a:outerShdw>
          </a:effectLst>
        </p:spPr>
      </p:sp>
      <p:sp>
        <p:nvSpPr>
          <p:cNvPr id="6" name="Shape 3"/>
          <p:cNvSpPr/>
          <p:nvPr/>
        </p:nvSpPr>
        <p:spPr>
          <a:xfrm>
            <a:off x="5989320" y="713232"/>
            <a:ext cx="2743200" cy="324612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  <a:effectLst>
            <a:outerShdw sx="100000" sy="100000" kx="0" ky="0" algn="bl" rotWithShape="0" blurRad="152400" dist="38100" dir="8100000">
              <a:srgbClr val="000000">
                <a:alpha val="22000"/>
              </a:srgbClr>
            </a:outerShdw>
          </a:effectLst>
        </p:spPr>
      </p:sp>
      <p:pic>
        <p:nvPicPr>
          <p:cNvPr id="7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960120"/>
            <a:ext cx="2286000" cy="2697480"/>
          </a:xfrm>
          <a:prstGeom prst="rect">
            <a:avLst/>
          </a:prstGeom>
        </p:spPr>
      </p:pic>
      <p:pic>
        <p:nvPicPr>
          <p:cNvPr id="8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99632" y="914400"/>
            <a:ext cx="2331720" cy="2788920"/>
          </a:xfrm>
          <a:prstGeom prst="rect">
            <a:avLst/>
          </a:prstGeom>
        </p:spPr>
      </p:pic>
      <p:sp>
        <p:nvSpPr>
          <p:cNvPr id="9" name="Shape 4"/>
          <p:cNvSpPr/>
          <p:nvPr/>
        </p:nvSpPr>
        <p:spPr>
          <a:xfrm>
            <a:off x="3419856" y="2121408"/>
            <a:ext cx="2304288" cy="457200"/>
          </a:xfrm>
          <a:prstGeom prst="roundRect">
            <a:avLst>
              <a:gd name="adj" fmla="val 40000"/>
            </a:avLst>
          </a:prstGeom>
          <a:solidFill>
            <a:srgbClr val="FFE6F3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0" name="Shape 5"/>
          <p:cNvSpPr/>
          <p:nvPr/>
        </p:nvSpPr>
        <p:spPr>
          <a:xfrm>
            <a:off x="3675888" y="2221992"/>
            <a:ext cx="1444752" cy="256032"/>
          </a:xfrm>
          <a:prstGeom prst="roundRect">
            <a:avLst>
              <a:gd name="adj" fmla="val 42857"/>
            </a:avLst>
          </a:prstGeom>
          <a:solidFill>
            <a:srgbClr val="092C69"/>
          </a:solidFill>
          <a:ln w="12700">
            <a:solidFill>
              <a:srgbClr val="FFFFFF">
                <a:alpha val="0"/>
              </a:srgbClr>
            </a:solidFill>
            <a:prstDash val="solid"/>
          </a:ln>
          <a:effectLst>
            <a:outerShdw sx="100000" sy="100000" kx="0" ky="0" algn="bl" rotWithShape="0" blurRad="152400" dist="38100" dir="8100000">
              <a:srgbClr val="000000">
                <a:alpha val="22000"/>
              </a:srgbClr>
            </a:outerShdw>
          </a:effectLst>
        </p:spPr>
      </p:sp>
      <p:sp>
        <p:nvSpPr>
          <p:cNvPr id="11" name="Text 6"/>
          <p:cNvSpPr/>
          <p:nvPr/>
        </p:nvSpPr>
        <p:spPr>
          <a:xfrm>
            <a:off x="4919472" y="2011680"/>
            <a:ext cx="804672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300" b="1" dirty="0">
                <a:solidFill>
                  <a:srgbClr val="092C69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→</a:t>
            </a:r>
            <a:endParaRPr lang="en-US" sz="3300" dirty="0"/>
          </a:p>
        </p:txBody>
      </p:sp>
      <p:sp>
        <p:nvSpPr>
          <p:cNvPr id="12" name="Shape 7"/>
          <p:cNvSpPr/>
          <p:nvPr/>
        </p:nvSpPr>
        <p:spPr>
          <a:xfrm>
            <a:off x="3246120" y="1938528"/>
            <a:ext cx="237744" cy="237744"/>
          </a:xfrm>
          <a:prstGeom prst="ellipse">
            <a:avLst/>
          </a:prstGeom>
          <a:solidFill>
            <a:srgbClr val="B4EAFF">
              <a:alpha val="90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3" name="Shape 8"/>
          <p:cNvSpPr/>
          <p:nvPr/>
        </p:nvSpPr>
        <p:spPr>
          <a:xfrm>
            <a:off x="5650992" y="2651760"/>
            <a:ext cx="164592" cy="164592"/>
          </a:xfrm>
          <a:prstGeom prst="ellipse">
            <a:avLst/>
          </a:prstGeom>
          <a:solidFill>
            <a:srgbClr val="FDE68A">
              <a:alpha val="95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4" name="Text 9"/>
          <p:cNvSpPr/>
          <p:nvPr/>
        </p:nvSpPr>
        <p:spPr>
          <a:xfrm>
            <a:off x="502920" y="4160520"/>
            <a:ext cx="27432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92C69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Human creator</a:t>
            </a:r>
            <a:endParaRPr lang="en-US" sz="1600" dirty="0"/>
          </a:p>
        </p:txBody>
      </p:sp>
      <p:sp>
        <p:nvSpPr>
          <p:cNvPr id="15" name="Text 10"/>
          <p:cNvSpPr/>
          <p:nvPr/>
        </p:nvSpPr>
        <p:spPr>
          <a:xfrm>
            <a:off x="5989320" y="4160520"/>
            <a:ext cx="27432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92C69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AI design agent</a:t>
            </a:r>
            <a:endParaRPr lang="en-US" sz="16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92C6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2286000" y="731520"/>
            <a:ext cx="4572000" cy="4114800"/>
          </a:xfrm>
          <a:prstGeom prst="ellipse">
            <a:avLst/>
          </a:prstGeom>
          <a:solidFill>
            <a:srgbClr val="B4EAFF">
              <a:alpha val="10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057400" y="548640"/>
            <a:ext cx="5029200" cy="4023360"/>
          </a:xfrm>
          <a:prstGeom prst="roundRect">
            <a:avLst>
              <a:gd name="adj" fmla="val 5682"/>
            </a:avLst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  <a:effectLst>
            <a:outerShdw sx="100000" sy="100000" kx="0" ky="0" algn="bl" rotWithShape="0" blurRad="152400" dist="38100" dir="8100000">
              <a:srgbClr val="000000">
                <a:alpha val="22000"/>
              </a:srgbClr>
            </a:outerShdw>
          </a:effectLst>
        </p:spPr>
      </p:sp>
      <p:sp>
        <p:nvSpPr>
          <p:cNvPr id="4" name="Shape 2"/>
          <p:cNvSpPr/>
          <p:nvPr/>
        </p:nvSpPr>
        <p:spPr>
          <a:xfrm>
            <a:off x="4160520" y="868680"/>
            <a:ext cx="822960" cy="822960"/>
          </a:xfrm>
          <a:prstGeom prst="roundRect">
            <a:avLst>
              <a:gd name="adj" fmla="val 16667"/>
            </a:avLst>
          </a:prstGeom>
          <a:solidFill>
            <a:srgbClr val="B4EAFF"/>
          </a:solidFill>
          <a:ln w="12700">
            <a:solidFill>
              <a:srgbClr val="FFFFFF">
                <a:alpha val="0"/>
              </a:srgbClr>
            </a:solidFill>
            <a:prstDash val="solid"/>
          </a:ln>
          <a:effectLst>
            <a:outerShdw sx="100000" sy="100000" kx="0" ky="0" algn="bl" rotWithShape="0" blurRad="152400" dist="38100" dir="8100000">
              <a:srgbClr val="000000">
                <a:alpha val="22000"/>
              </a:srgbClr>
            </a:outerShdw>
          </a:effectLst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251960" y="960120"/>
            <a:ext cx="640080" cy="640080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4114800" y="1828800"/>
            <a:ext cx="914400" cy="237744"/>
          </a:xfrm>
          <a:prstGeom prst="roundRect">
            <a:avLst>
              <a:gd name="adj" fmla="val 38462"/>
            </a:avLst>
          </a:prstGeom>
          <a:solidFill>
            <a:srgbClr val="FDE68A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4114800" y="1828800"/>
            <a:ext cx="914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92C69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PART 1</a:t>
            </a:r>
            <a:endParaRPr lang="en-US" sz="1000" dirty="0"/>
          </a:p>
        </p:txBody>
      </p:sp>
      <p:sp>
        <p:nvSpPr>
          <p:cNvPr id="8" name="Text 5"/>
          <p:cNvSpPr/>
          <p:nvPr/>
        </p:nvSpPr>
        <p:spPr>
          <a:xfrm>
            <a:off x="2331720" y="2176272"/>
            <a:ext cx="448056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092C69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How to build your design system</a:t>
            </a:r>
            <a:endParaRPr lang="en-US" sz="26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CE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480060"/>
          </a:xfrm>
          <a:prstGeom prst="rect">
            <a:avLst/>
          </a:prstGeom>
          <a:solidFill>
            <a:srgbClr val="092C69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64592" y="64008"/>
            <a:ext cx="347472" cy="347472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621792" y="0"/>
            <a:ext cx="8229600" cy="4800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You really don't want that for your brand</a:t>
            </a:r>
            <a:endParaRPr lang="en-US" sz="2000" dirty="0"/>
          </a:p>
        </p:txBody>
      </p:sp>
      <p:sp>
        <p:nvSpPr>
          <p:cNvPr id="5" name="Shape 2"/>
          <p:cNvSpPr/>
          <p:nvPr/>
        </p:nvSpPr>
        <p:spPr>
          <a:xfrm>
            <a:off x="502920" y="658368"/>
            <a:ext cx="3931920" cy="310896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  <a:effectLst>
            <a:outerShdw sx="100000" sy="100000" kx="0" ky="0" algn="bl" rotWithShape="0" blurRad="152400" dist="38100" dir="8100000">
              <a:srgbClr val="000000">
                <a:alpha val="22000"/>
              </a:srgbClr>
            </a:outerShdw>
          </a:effectLst>
        </p:spPr>
      </p:sp>
      <p:pic>
        <p:nvPicPr>
          <p:cNvPr id="6" name="Image 1" descr="C:\Users\Samy Chouaf\Desktop\smart-creator-design-system\public\screenshots\powerpoint\YT - AI Design system\slide 02 - 1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658368"/>
            <a:ext cx="3931920" cy="3108960"/>
          </a:xfrm>
          <a:prstGeom prst="rect">
            <a:avLst/>
          </a:prstGeom>
          <a:effectLst>
            <a:outerShdw sx="100000" sy="100000" kx="0" ky="0" algn="bl" rotWithShape="0" blurRad="152400" dist="38100" dir="8100000">
              <a:srgbClr val="000000">
                <a:alpha val="22000"/>
              </a:srgbClr>
            </a:outerShdw>
          </a:effectLst>
        </p:spPr>
      </p:pic>
      <p:sp>
        <p:nvSpPr>
          <p:cNvPr id="7" name="Shape 3"/>
          <p:cNvSpPr/>
          <p:nvPr/>
        </p:nvSpPr>
        <p:spPr>
          <a:xfrm>
            <a:off x="502920" y="658368"/>
            <a:ext cx="3931920" cy="3108960"/>
          </a:xfrm>
          <a:prstGeom prst="rect">
            <a:avLst/>
          </a:prstGeom>
          <a:solidFill>
            <a:srgbClr val="FFE6F3">
              <a:alpha val="25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8" name="Shape 4"/>
          <p:cNvSpPr/>
          <p:nvPr/>
        </p:nvSpPr>
        <p:spPr>
          <a:xfrm>
            <a:off x="4709160" y="658368"/>
            <a:ext cx="3931920" cy="310896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  <a:effectLst>
            <a:outerShdw sx="100000" sy="100000" kx="0" ky="0" algn="bl" rotWithShape="0" blurRad="152400" dist="38100" dir="8100000">
              <a:srgbClr val="000000">
                <a:alpha val="22000"/>
              </a:srgbClr>
            </a:outerShdw>
          </a:effectLst>
        </p:spPr>
      </p:sp>
      <p:pic>
        <p:nvPicPr>
          <p:cNvPr id="9" name="Image 2" descr="C:\Users\Samy Chouaf\Desktop\smart-creator-design-system\public\screenshots\powerpoint\YT - AI Design system\slide 02 - 2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09160" y="658368"/>
            <a:ext cx="3931920" cy="3108960"/>
          </a:xfrm>
          <a:prstGeom prst="rect">
            <a:avLst/>
          </a:prstGeom>
          <a:effectLst>
            <a:outerShdw sx="100000" sy="100000" kx="0" ky="0" algn="bl" rotWithShape="0" blurRad="152400" dist="38100" dir="8100000">
              <a:srgbClr val="000000">
                <a:alpha val="22000"/>
              </a:srgbClr>
            </a:outerShdw>
          </a:effectLst>
        </p:spPr>
      </p:pic>
      <p:sp>
        <p:nvSpPr>
          <p:cNvPr id="10" name="Shape 5"/>
          <p:cNvSpPr/>
          <p:nvPr/>
        </p:nvSpPr>
        <p:spPr>
          <a:xfrm>
            <a:off x="4709160" y="658368"/>
            <a:ext cx="3931920" cy="3108960"/>
          </a:xfrm>
          <a:prstGeom prst="rect">
            <a:avLst/>
          </a:prstGeom>
          <a:solidFill>
            <a:srgbClr val="FFE6F3">
              <a:alpha val="25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1" name="Text 6"/>
          <p:cNvSpPr/>
          <p:nvPr/>
        </p:nvSpPr>
        <p:spPr>
          <a:xfrm>
            <a:off x="502920" y="3840480"/>
            <a:ext cx="3931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i="1" dirty="0">
                <a:solidFill>
                  <a:srgbClr val="717188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AI slop: inconsistent, generic, off-brand</a:t>
            </a:r>
            <a:endParaRPr lang="en-US" sz="1000" dirty="0"/>
          </a:p>
        </p:txBody>
      </p:sp>
      <p:sp>
        <p:nvSpPr>
          <p:cNvPr id="12" name="Text 7"/>
          <p:cNvSpPr/>
          <p:nvPr/>
        </p:nvSpPr>
        <p:spPr>
          <a:xfrm>
            <a:off x="4709160" y="3840480"/>
            <a:ext cx="3931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i="1" dirty="0">
                <a:solidFill>
                  <a:srgbClr val="717188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AI slop: inconsistent, generic, off-brand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92C6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2286000" y="731520"/>
            <a:ext cx="4572000" cy="4114800"/>
          </a:xfrm>
          <a:prstGeom prst="ellipse">
            <a:avLst/>
          </a:prstGeom>
          <a:solidFill>
            <a:srgbClr val="FFA066">
              <a:alpha val="10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057400" y="548640"/>
            <a:ext cx="5029200" cy="4023360"/>
          </a:xfrm>
          <a:prstGeom prst="roundRect">
            <a:avLst>
              <a:gd name="adj" fmla="val 5682"/>
            </a:avLst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  <a:effectLst>
            <a:outerShdw sx="100000" sy="100000" kx="0" ky="0" algn="bl" rotWithShape="0" blurRad="152400" dist="38100" dir="8100000">
              <a:srgbClr val="000000">
                <a:alpha val="22000"/>
              </a:srgbClr>
            </a:outerShdw>
          </a:effectLst>
        </p:spPr>
      </p:sp>
      <p:sp>
        <p:nvSpPr>
          <p:cNvPr id="4" name="Shape 2"/>
          <p:cNvSpPr/>
          <p:nvPr/>
        </p:nvSpPr>
        <p:spPr>
          <a:xfrm>
            <a:off x="4160520" y="868680"/>
            <a:ext cx="822960" cy="822960"/>
          </a:xfrm>
          <a:prstGeom prst="roundRect">
            <a:avLst>
              <a:gd name="adj" fmla="val 16667"/>
            </a:avLst>
          </a:prstGeom>
          <a:solidFill>
            <a:srgbClr val="FFA066"/>
          </a:solidFill>
          <a:ln w="12700">
            <a:solidFill>
              <a:srgbClr val="FFFFFF">
                <a:alpha val="0"/>
              </a:srgbClr>
            </a:solidFill>
            <a:prstDash val="solid"/>
          </a:ln>
          <a:effectLst>
            <a:outerShdw sx="100000" sy="100000" kx="0" ky="0" algn="bl" rotWithShape="0" blurRad="152400" dist="38100" dir="8100000">
              <a:srgbClr val="000000">
                <a:alpha val="22000"/>
              </a:srgbClr>
            </a:outerShdw>
          </a:effectLst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251960" y="960120"/>
            <a:ext cx="640080" cy="640080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4114800" y="1828800"/>
            <a:ext cx="914400" cy="237744"/>
          </a:xfrm>
          <a:prstGeom prst="roundRect">
            <a:avLst>
              <a:gd name="adj" fmla="val 38462"/>
            </a:avLst>
          </a:prstGeom>
          <a:solidFill>
            <a:srgbClr val="B4EA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4114800" y="1828800"/>
            <a:ext cx="914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92C69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PART 2</a:t>
            </a:r>
            <a:endParaRPr lang="en-US" sz="1000" dirty="0"/>
          </a:p>
        </p:txBody>
      </p:sp>
      <p:sp>
        <p:nvSpPr>
          <p:cNvPr id="8" name="Text 5"/>
          <p:cNvSpPr/>
          <p:nvPr/>
        </p:nvSpPr>
        <p:spPr>
          <a:xfrm>
            <a:off x="2331720" y="2176272"/>
            <a:ext cx="448056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092C69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Design your first templates</a:t>
            </a:r>
            <a:endParaRPr lang="en-US" sz="26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CE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480060"/>
          </a:xfrm>
          <a:prstGeom prst="rect">
            <a:avLst/>
          </a:prstGeom>
          <a:solidFill>
            <a:srgbClr val="092C69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8412480" cy="4800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3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Social Media Asset Size Guide</a:t>
            </a:r>
            <a:endParaRPr lang="en-US" sz="2300" dirty="0"/>
          </a:p>
        </p:txBody>
      </p:sp>
      <p:sp>
        <p:nvSpPr>
          <p:cNvPr id="4" name="Shape 2"/>
          <p:cNvSpPr/>
          <p:nvPr/>
        </p:nvSpPr>
        <p:spPr>
          <a:xfrm>
            <a:off x="1371600" y="566928"/>
            <a:ext cx="2450592" cy="420624"/>
          </a:xfrm>
          <a:prstGeom prst="roundRect">
            <a:avLst>
              <a:gd name="adj" fmla="val 21739"/>
            </a:avLst>
          </a:prstGeom>
          <a:solidFill>
            <a:srgbClr val="B4EA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371600" y="566928"/>
            <a:ext cx="2450592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92C69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Carousel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3931920" y="566928"/>
            <a:ext cx="2450592" cy="420624"/>
          </a:xfrm>
          <a:prstGeom prst="roundRect">
            <a:avLst>
              <a:gd name="adj" fmla="val 21739"/>
            </a:avLst>
          </a:prstGeom>
          <a:solidFill>
            <a:srgbClr val="FDE68A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931920" y="566928"/>
            <a:ext cx="2450592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92C69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Infographic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6492240" y="566928"/>
            <a:ext cx="2450592" cy="420624"/>
          </a:xfrm>
          <a:prstGeom prst="roundRect">
            <a:avLst>
              <a:gd name="adj" fmla="val 21739"/>
            </a:avLst>
          </a:prstGeom>
          <a:solidFill>
            <a:srgbClr val="FFA066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pic>
        <p:nvPicPr>
          <p:cNvPr id="9" name="Image 0" descr="C:\Users\Samy Chouaf\Desktop\smart-creator-design-system\assets\logos\app\powerpoint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629400" y="630936"/>
            <a:ext cx="292608" cy="292608"/>
          </a:xfrm>
          <a:prstGeom prst="rect">
            <a:avLst/>
          </a:prstGeom>
        </p:spPr>
      </p:pic>
      <p:pic>
        <p:nvPicPr>
          <p:cNvPr id="10" name="Image 1" descr="C:\Users\Samy Chouaf\Desktop\smart-creator-design-system\assets\logos\app\slides.google.com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967728" y="630936"/>
            <a:ext cx="292608" cy="292608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7315200" y="566928"/>
            <a:ext cx="1627632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092C69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Slides</a:t>
            </a:r>
            <a:endParaRPr lang="en-US" sz="1400" dirty="0"/>
          </a:p>
        </p:txBody>
      </p:sp>
      <p:sp>
        <p:nvSpPr>
          <p:cNvPr id="12" name="Shape 8"/>
          <p:cNvSpPr/>
          <p:nvPr/>
        </p:nvSpPr>
        <p:spPr>
          <a:xfrm>
            <a:off x="109728" y="1060704"/>
            <a:ext cx="1188720" cy="1243584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  <a:effectLst>
            <a:outerShdw sx="100000" sy="100000" kx="0" ky="0" algn="bl" rotWithShape="0" blurRad="152400" dist="38100" dir="8100000">
              <a:srgbClr val="000000">
                <a:alpha val="22000"/>
              </a:srgbClr>
            </a:outerShdw>
          </a:effectLst>
        </p:spPr>
      </p:sp>
      <p:sp>
        <p:nvSpPr>
          <p:cNvPr id="13" name="Shape 9"/>
          <p:cNvSpPr/>
          <p:nvPr/>
        </p:nvSpPr>
        <p:spPr>
          <a:xfrm>
            <a:off x="109728" y="1060704"/>
            <a:ext cx="1188720" cy="45720"/>
          </a:xfrm>
          <a:prstGeom prst="rect">
            <a:avLst/>
          </a:prstGeom>
          <a:solidFill>
            <a:srgbClr val="B4EA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pic>
        <p:nvPicPr>
          <p:cNvPr id="14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4320" y="1316736"/>
            <a:ext cx="457200" cy="457200"/>
          </a:xfrm>
          <a:prstGeom prst="rect">
            <a:avLst/>
          </a:prstGeom>
        </p:spPr>
      </p:pic>
      <p:sp>
        <p:nvSpPr>
          <p:cNvPr id="15" name="Text 10"/>
          <p:cNvSpPr/>
          <p:nvPr/>
        </p:nvSpPr>
        <p:spPr>
          <a:xfrm>
            <a:off x="155448" y="1828800"/>
            <a:ext cx="1097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92C69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LinkedIn</a:t>
            </a:r>
            <a:endParaRPr lang="en-US" sz="1100" dirty="0"/>
          </a:p>
        </p:txBody>
      </p:sp>
      <p:sp>
        <p:nvSpPr>
          <p:cNvPr id="16" name="Shape 11"/>
          <p:cNvSpPr/>
          <p:nvPr/>
        </p:nvSpPr>
        <p:spPr>
          <a:xfrm>
            <a:off x="1371600" y="1060704"/>
            <a:ext cx="2450592" cy="1243584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  <a:effectLst>
            <a:outerShdw sx="100000" sy="100000" kx="0" ky="0" algn="bl" rotWithShape="0" blurRad="152400" dist="38100" dir="8100000">
              <a:srgbClr val="000000">
                <a:alpha val="22000"/>
              </a:srgbClr>
            </a:outerShdw>
          </a:effectLst>
        </p:spPr>
      </p:sp>
      <p:sp>
        <p:nvSpPr>
          <p:cNvPr id="17" name="Shape 12"/>
          <p:cNvSpPr/>
          <p:nvPr/>
        </p:nvSpPr>
        <p:spPr>
          <a:xfrm>
            <a:off x="1371600" y="1060704"/>
            <a:ext cx="2450592" cy="45720"/>
          </a:xfrm>
          <a:prstGeom prst="rect">
            <a:avLst/>
          </a:prstGeom>
          <a:solidFill>
            <a:srgbClr val="B4EA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pic>
        <p:nvPicPr>
          <p:cNvPr id="18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481328" y="1170432"/>
            <a:ext cx="256032" cy="256032"/>
          </a:xfrm>
          <a:prstGeom prst="rect">
            <a:avLst/>
          </a:prstGeom>
        </p:spPr>
      </p:pic>
      <p:sp>
        <p:nvSpPr>
          <p:cNvPr id="19" name="Text 13"/>
          <p:cNvSpPr/>
          <p:nvPr/>
        </p:nvSpPr>
        <p:spPr>
          <a:xfrm>
            <a:off x="1481328" y="1472184"/>
            <a:ext cx="2231136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092C69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1080 × 1350</a:t>
            </a:r>
            <a:endParaRPr lang="en-US" sz="1300" dirty="0"/>
          </a:p>
        </p:txBody>
      </p:sp>
      <p:sp>
        <p:nvSpPr>
          <p:cNvPr id="20" name="Text 14"/>
          <p:cNvSpPr/>
          <p:nvPr/>
        </p:nvSpPr>
        <p:spPr>
          <a:xfrm>
            <a:off x="1481328" y="1901952"/>
            <a:ext cx="2231136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717188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PDF carousel pages</a:t>
            </a:r>
            <a:endParaRPr lang="en-US" sz="1000" dirty="0"/>
          </a:p>
        </p:txBody>
      </p:sp>
      <p:sp>
        <p:nvSpPr>
          <p:cNvPr id="21" name="Shape 15"/>
          <p:cNvSpPr/>
          <p:nvPr/>
        </p:nvSpPr>
        <p:spPr>
          <a:xfrm>
            <a:off x="3931920" y="1060704"/>
            <a:ext cx="2450592" cy="1243584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  <a:effectLst>
            <a:outerShdw sx="100000" sy="100000" kx="0" ky="0" algn="bl" rotWithShape="0" blurRad="152400" dist="38100" dir="8100000">
              <a:srgbClr val="000000">
                <a:alpha val="22000"/>
              </a:srgbClr>
            </a:outerShdw>
          </a:effectLst>
        </p:spPr>
      </p:sp>
      <p:sp>
        <p:nvSpPr>
          <p:cNvPr id="22" name="Shape 16"/>
          <p:cNvSpPr/>
          <p:nvPr/>
        </p:nvSpPr>
        <p:spPr>
          <a:xfrm>
            <a:off x="3931920" y="1060704"/>
            <a:ext cx="2450592" cy="45720"/>
          </a:xfrm>
          <a:prstGeom prst="rect">
            <a:avLst/>
          </a:prstGeom>
          <a:solidFill>
            <a:srgbClr val="B4EA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pic>
        <p:nvPicPr>
          <p:cNvPr id="23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041648" y="1170432"/>
            <a:ext cx="256032" cy="256032"/>
          </a:xfrm>
          <a:prstGeom prst="rect">
            <a:avLst/>
          </a:prstGeom>
        </p:spPr>
      </p:pic>
      <p:sp>
        <p:nvSpPr>
          <p:cNvPr id="24" name="Text 17"/>
          <p:cNvSpPr/>
          <p:nvPr/>
        </p:nvSpPr>
        <p:spPr>
          <a:xfrm>
            <a:off x="4041648" y="1472184"/>
            <a:ext cx="2231136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092C69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1080 × 1350</a:t>
            </a:r>
            <a:endParaRPr lang="en-US" sz="1300" dirty="0"/>
          </a:p>
        </p:txBody>
      </p:sp>
      <p:sp>
        <p:nvSpPr>
          <p:cNvPr id="25" name="Text 18"/>
          <p:cNvSpPr/>
          <p:nvPr/>
        </p:nvSpPr>
        <p:spPr>
          <a:xfrm>
            <a:off x="4041648" y="1901952"/>
            <a:ext cx="2231136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717188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Tall feed infographic</a:t>
            </a:r>
            <a:endParaRPr lang="en-US" sz="1000" dirty="0"/>
          </a:p>
        </p:txBody>
      </p:sp>
      <p:sp>
        <p:nvSpPr>
          <p:cNvPr id="26" name="Shape 19"/>
          <p:cNvSpPr/>
          <p:nvPr/>
        </p:nvSpPr>
        <p:spPr>
          <a:xfrm>
            <a:off x="6492240" y="1060704"/>
            <a:ext cx="2450592" cy="1243584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  <a:effectLst>
            <a:outerShdw sx="100000" sy="100000" kx="0" ky="0" algn="bl" rotWithShape="0" blurRad="152400" dist="38100" dir="8100000">
              <a:srgbClr val="000000">
                <a:alpha val="22000"/>
              </a:srgbClr>
            </a:outerShdw>
          </a:effectLst>
        </p:spPr>
      </p:sp>
      <p:sp>
        <p:nvSpPr>
          <p:cNvPr id="27" name="Shape 20"/>
          <p:cNvSpPr/>
          <p:nvPr/>
        </p:nvSpPr>
        <p:spPr>
          <a:xfrm>
            <a:off x="6492240" y="1060704"/>
            <a:ext cx="2450592" cy="45720"/>
          </a:xfrm>
          <a:prstGeom prst="rect">
            <a:avLst/>
          </a:prstGeom>
          <a:solidFill>
            <a:srgbClr val="B4EA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pic>
        <p:nvPicPr>
          <p:cNvPr id="28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601968" y="1170432"/>
            <a:ext cx="256032" cy="256032"/>
          </a:xfrm>
          <a:prstGeom prst="rect">
            <a:avLst/>
          </a:prstGeom>
        </p:spPr>
      </p:pic>
      <p:sp>
        <p:nvSpPr>
          <p:cNvPr id="29" name="Text 21"/>
          <p:cNvSpPr/>
          <p:nvPr/>
        </p:nvSpPr>
        <p:spPr>
          <a:xfrm>
            <a:off x="6601968" y="1472184"/>
            <a:ext cx="2231136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092C69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1920 × 1080</a:t>
            </a:r>
            <a:endParaRPr lang="en-US" sz="1300" dirty="0"/>
          </a:p>
        </p:txBody>
      </p:sp>
      <p:sp>
        <p:nvSpPr>
          <p:cNvPr id="30" name="Text 22"/>
          <p:cNvSpPr/>
          <p:nvPr/>
        </p:nvSpPr>
        <p:spPr>
          <a:xfrm>
            <a:off x="6601968" y="1901952"/>
            <a:ext cx="2231136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717188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16:9 video / webinar</a:t>
            </a:r>
            <a:endParaRPr lang="en-US" sz="1000" dirty="0"/>
          </a:p>
        </p:txBody>
      </p:sp>
      <p:sp>
        <p:nvSpPr>
          <p:cNvPr id="31" name="Shape 23"/>
          <p:cNvSpPr/>
          <p:nvPr/>
        </p:nvSpPr>
        <p:spPr>
          <a:xfrm>
            <a:off x="109728" y="2395728"/>
            <a:ext cx="1188720" cy="1243584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  <a:effectLst>
            <a:outerShdw sx="100000" sy="100000" kx="0" ky="0" algn="bl" rotWithShape="0" blurRad="152400" dist="38100" dir="8100000">
              <a:srgbClr val="000000">
                <a:alpha val="22000"/>
              </a:srgbClr>
            </a:outerShdw>
          </a:effectLst>
        </p:spPr>
      </p:sp>
      <p:sp>
        <p:nvSpPr>
          <p:cNvPr id="32" name="Shape 24"/>
          <p:cNvSpPr/>
          <p:nvPr/>
        </p:nvSpPr>
        <p:spPr>
          <a:xfrm>
            <a:off x="109728" y="2395728"/>
            <a:ext cx="1188720" cy="45720"/>
          </a:xfrm>
          <a:prstGeom prst="rect">
            <a:avLst/>
          </a:prstGeom>
          <a:solidFill>
            <a:srgbClr val="FFE6F3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pic>
        <p:nvPicPr>
          <p:cNvPr id="33" name="Image 6" descr="C:\Users\Samy Chouaf\Desktop\smart-creator-design-system\assets\logos\app\instagram.com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274320" y="2651760"/>
            <a:ext cx="457200" cy="457200"/>
          </a:xfrm>
          <a:prstGeom prst="rect">
            <a:avLst/>
          </a:prstGeom>
        </p:spPr>
      </p:pic>
      <p:sp>
        <p:nvSpPr>
          <p:cNvPr id="34" name="Text 25"/>
          <p:cNvSpPr/>
          <p:nvPr/>
        </p:nvSpPr>
        <p:spPr>
          <a:xfrm>
            <a:off x="155448" y="3163824"/>
            <a:ext cx="1097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92C69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Instagram</a:t>
            </a:r>
            <a:endParaRPr lang="en-US" sz="1100" dirty="0"/>
          </a:p>
        </p:txBody>
      </p:sp>
      <p:sp>
        <p:nvSpPr>
          <p:cNvPr id="35" name="Shape 26"/>
          <p:cNvSpPr/>
          <p:nvPr/>
        </p:nvSpPr>
        <p:spPr>
          <a:xfrm>
            <a:off x="1371600" y="2395728"/>
            <a:ext cx="2450592" cy="1243584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  <a:effectLst>
            <a:outerShdw sx="100000" sy="100000" kx="0" ky="0" algn="bl" rotWithShape="0" blurRad="152400" dist="38100" dir="8100000">
              <a:srgbClr val="000000">
                <a:alpha val="22000"/>
              </a:srgbClr>
            </a:outerShdw>
          </a:effectLst>
        </p:spPr>
      </p:sp>
      <p:sp>
        <p:nvSpPr>
          <p:cNvPr id="36" name="Shape 27"/>
          <p:cNvSpPr/>
          <p:nvPr/>
        </p:nvSpPr>
        <p:spPr>
          <a:xfrm>
            <a:off x="1371600" y="2395728"/>
            <a:ext cx="2450592" cy="45720"/>
          </a:xfrm>
          <a:prstGeom prst="rect">
            <a:avLst/>
          </a:prstGeom>
          <a:solidFill>
            <a:srgbClr val="FFE6F3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pic>
        <p:nvPicPr>
          <p:cNvPr id="37" name="Image 7" descr="C:\Users\Samy Chouaf\Desktop\smart-creator-design-system\assets\logos\app\instagram.com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481328" y="2505456"/>
            <a:ext cx="256032" cy="256032"/>
          </a:xfrm>
          <a:prstGeom prst="rect">
            <a:avLst/>
          </a:prstGeom>
        </p:spPr>
      </p:pic>
      <p:sp>
        <p:nvSpPr>
          <p:cNvPr id="38" name="Text 28"/>
          <p:cNvSpPr/>
          <p:nvPr/>
        </p:nvSpPr>
        <p:spPr>
          <a:xfrm>
            <a:off x="1481328" y="2807208"/>
            <a:ext cx="2231136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092C69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1080 × 1350</a:t>
            </a:r>
            <a:endParaRPr lang="en-US" sz="1300" dirty="0"/>
          </a:p>
        </p:txBody>
      </p:sp>
      <p:sp>
        <p:nvSpPr>
          <p:cNvPr id="39" name="Text 29"/>
          <p:cNvSpPr/>
          <p:nvPr/>
        </p:nvSpPr>
        <p:spPr>
          <a:xfrm>
            <a:off x="1481328" y="3236976"/>
            <a:ext cx="2231136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717188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Portrait carousel</a:t>
            </a:r>
            <a:endParaRPr lang="en-US" sz="1000" dirty="0"/>
          </a:p>
        </p:txBody>
      </p:sp>
      <p:sp>
        <p:nvSpPr>
          <p:cNvPr id="40" name="Shape 30"/>
          <p:cNvSpPr/>
          <p:nvPr/>
        </p:nvSpPr>
        <p:spPr>
          <a:xfrm>
            <a:off x="3931920" y="2395728"/>
            <a:ext cx="2450592" cy="1243584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  <a:effectLst>
            <a:outerShdw sx="100000" sy="100000" kx="0" ky="0" algn="bl" rotWithShape="0" blurRad="152400" dist="38100" dir="8100000">
              <a:srgbClr val="000000">
                <a:alpha val="22000"/>
              </a:srgbClr>
            </a:outerShdw>
          </a:effectLst>
        </p:spPr>
      </p:sp>
      <p:sp>
        <p:nvSpPr>
          <p:cNvPr id="41" name="Shape 31"/>
          <p:cNvSpPr/>
          <p:nvPr/>
        </p:nvSpPr>
        <p:spPr>
          <a:xfrm>
            <a:off x="3931920" y="2395728"/>
            <a:ext cx="2450592" cy="45720"/>
          </a:xfrm>
          <a:prstGeom prst="rect">
            <a:avLst/>
          </a:prstGeom>
          <a:solidFill>
            <a:srgbClr val="FFE6F3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pic>
        <p:nvPicPr>
          <p:cNvPr id="42" name="Image 8" descr="C:\Users\Samy Chouaf\Desktop\smart-creator-design-system\assets\logos\app\instagram.com.pn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4041648" y="2505456"/>
            <a:ext cx="256032" cy="256032"/>
          </a:xfrm>
          <a:prstGeom prst="rect">
            <a:avLst/>
          </a:prstGeom>
        </p:spPr>
      </p:pic>
      <p:sp>
        <p:nvSpPr>
          <p:cNvPr id="43" name="Text 32"/>
          <p:cNvSpPr/>
          <p:nvPr/>
        </p:nvSpPr>
        <p:spPr>
          <a:xfrm>
            <a:off x="4041648" y="2807208"/>
            <a:ext cx="2231136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092C69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1080 × 1350</a:t>
            </a:r>
            <a:endParaRPr lang="en-US" sz="1300" dirty="0"/>
          </a:p>
        </p:txBody>
      </p:sp>
      <p:sp>
        <p:nvSpPr>
          <p:cNvPr id="44" name="Text 33"/>
          <p:cNvSpPr/>
          <p:nvPr/>
        </p:nvSpPr>
        <p:spPr>
          <a:xfrm>
            <a:off x="4041648" y="3236976"/>
            <a:ext cx="2231136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717188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Feed infographic</a:t>
            </a:r>
            <a:endParaRPr lang="en-US" sz="1000" dirty="0"/>
          </a:p>
        </p:txBody>
      </p:sp>
      <p:sp>
        <p:nvSpPr>
          <p:cNvPr id="45" name="Shape 34"/>
          <p:cNvSpPr/>
          <p:nvPr/>
        </p:nvSpPr>
        <p:spPr>
          <a:xfrm>
            <a:off x="6492240" y="2395728"/>
            <a:ext cx="2450592" cy="1243584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  <a:effectLst>
            <a:outerShdw sx="100000" sy="100000" kx="0" ky="0" algn="bl" rotWithShape="0" blurRad="152400" dist="38100" dir="8100000">
              <a:srgbClr val="000000">
                <a:alpha val="22000"/>
              </a:srgbClr>
            </a:outerShdw>
          </a:effectLst>
        </p:spPr>
      </p:sp>
      <p:sp>
        <p:nvSpPr>
          <p:cNvPr id="46" name="Shape 35"/>
          <p:cNvSpPr/>
          <p:nvPr/>
        </p:nvSpPr>
        <p:spPr>
          <a:xfrm>
            <a:off x="6492240" y="2395728"/>
            <a:ext cx="2450592" cy="45720"/>
          </a:xfrm>
          <a:prstGeom prst="rect">
            <a:avLst/>
          </a:prstGeom>
          <a:solidFill>
            <a:srgbClr val="FFE6F3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pic>
        <p:nvPicPr>
          <p:cNvPr id="47" name="Image 9" descr="C:\Users\Samy Chouaf\Desktop\smart-creator-design-system\assets\logos\app\instagram.com.png">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6601968" y="2505456"/>
            <a:ext cx="256032" cy="256032"/>
          </a:xfrm>
          <a:prstGeom prst="rect">
            <a:avLst/>
          </a:prstGeom>
        </p:spPr>
      </p:pic>
      <p:sp>
        <p:nvSpPr>
          <p:cNvPr id="48" name="Text 36"/>
          <p:cNvSpPr/>
          <p:nvPr/>
        </p:nvSpPr>
        <p:spPr>
          <a:xfrm>
            <a:off x="6601968" y="2807208"/>
            <a:ext cx="2231136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092C69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1920 × 1080</a:t>
            </a:r>
            <a:endParaRPr lang="en-US" sz="1300" dirty="0"/>
          </a:p>
        </p:txBody>
      </p:sp>
      <p:sp>
        <p:nvSpPr>
          <p:cNvPr id="49" name="Text 37"/>
          <p:cNvSpPr/>
          <p:nvPr/>
        </p:nvSpPr>
        <p:spPr>
          <a:xfrm>
            <a:off x="6601968" y="3236976"/>
            <a:ext cx="2231136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717188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Reel cover / story frame</a:t>
            </a:r>
            <a:endParaRPr lang="en-US" sz="1000" dirty="0"/>
          </a:p>
        </p:txBody>
      </p:sp>
      <p:sp>
        <p:nvSpPr>
          <p:cNvPr id="50" name="Shape 38"/>
          <p:cNvSpPr/>
          <p:nvPr/>
        </p:nvSpPr>
        <p:spPr>
          <a:xfrm>
            <a:off x="109728" y="3730752"/>
            <a:ext cx="1188720" cy="1243584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  <a:effectLst>
            <a:outerShdw sx="100000" sy="100000" kx="0" ky="0" algn="bl" rotWithShape="0" blurRad="152400" dist="38100" dir="8100000">
              <a:srgbClr val="000000">
                <a:alpha val="22000"/>
              </a:srgbClr>
            </a:outerShdw>
          </a:effectLst>
        </p:spPr>
      </p:sp>
      <p:sp>
        <p:nvSpPr>
          <p:cNvPr id="51" name="Shape 39"/>
          <p:cNvSpPr/>
          <p:nvPr/>
        </p:nvSpPr>
        <p:spPr>
          <a:xfrm>
            <a:off x="109728" y="3730752"/>
            <a:ext cx="1188720" cy="45720"/>
          </a:xfrm>
          <a:prstGeom prst="rect">
            <a:avLst/>
          </a:prstGeom>
          <a:solidFill>
            <a:srgbClr val="FFA066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pic>
        <p:nvPicPr>
          <p:cNvPr id="52" name="Image 10" descr="C:\Users\Samy Chouaf\Desktop\smart-creator-design-system\assets\logos\app\youtube.com.png">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274320" y="3986784"/>
            <a:ext cx="457200" cy="457200"/>
          </a:xfrm>
          <a:prstGeom prst="rect">
            <a:avLst/>
          </a:prstGeom>
        </p:spPr>
      </p:pic>
      <p:sp>
        <p:nvSpPr>
          <p:cNvPr id="53" name="Text 40"/>
          <p:cNvSpPr/>
          <p:nvPr/>
        </p:nvSpPr>
        <p:spPr>
          <a:xfrm>
            <a:off x="155448" y="4498848"/>
            <a:ext cx="1097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92C69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YouTube</a:t>
            </a:r>
            <a:endParaRPr lang="en-US" sz="1100" dirty="0"/>
          </a:p>
        </p:txBody>
      </p:sp>
      <p:sp>
        <p:nvSpPr>
          <p:cNvPr id="54" name="Shape 41"/>
          <p:cNvSpPr/>
          <p:nvPr/>
        </p:nvSpPr>
        <p:spPr>
          <a:xfrm>
            <a:off x="1371600" y="3730752"/>
            <a:ext cx="2450592" cy="1243584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  <a:effectLst>
            <a:outerShdw sx="100000" sy="100000" kx="0" ky="0" algn="bl" rotWithShape="0" blurRad="152400" dist="38100" dir="8100000">
              <a:srgbClr val="000000">
                <a:alpha val="22000"/>
              </a:srgbClr>
            </a:outerShdw>
          </a:effectLst>
        </p:spPr>
      </p:sp>
      <p:sp>
        <p:nvSpPr>
          <p:cNvPr id="55" name="Shape 42"/>
          <p:cNvSpPr/>
          <p:nvPr/>
        </p:nvSpPr>
        <p:spPr>
          <a:xfrm>
            <a:off x="1371600" y="3730752"/>
            <a:ext cx="2450592" cy="45720"/>
          </a:xfrm>
          <a:prstGeom prst="rect">
            <a:avLst/>
          </a:prstGeom>
          <a:solidFill>
            <a:srgbClr val="FFA066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pic>
        <p:nvPicPr>
          <p:cNvPr id="56" name="Image 11" descr="C:\Users\Samy Chouaf\Desktop\smart-creator-design-system\assets\logos\app\youtube.com.png">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1481328" y="3840480"/>
            <a:ext cx="256032" cy="256032"/>
          </a:xfrm>
          <a:prstGeom prst="rect">
            <a:avLst/>
          </a:prstGeom>
        </p:spPr>
      </p:pic>
      <p:sp>
        <p:nvSpPr>
          <p:cNvPr id="57" name="Text 43"/>
          <p:cNvSpPr/>
          <p:nvPr/>
        </p:nvSpPr>
        <p:spPr>
          <a:xfrm>
            <a:off x="1481328" y="4142232"/>
            <a:ext cx="2231136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092C69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1280 × 720</a:t>
            </a:r>
            <a:endParaRPr lang="en-US" sz="1300" dirty="0"/>
          </a:p>
        </p:txBody>
      </p:sp>
      <p:sp>
        <p:nvSpPr>
          <p:cNvPr id="58" name="Text 44"/>
          <p:cNvSpPr/>
          <p:nvPr/>
        </p:nvSpPr>
        <p:spPr>
          <a:xfrm>
            <a:off x="1481328" y="4572000"/>
            <a:ext cx="2231136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717188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Thumbnail sequence</a:t>
            </a:r>
            <a:endParaRPr lang="en-US" sz="1000" dirty="0"/>
          </a:p>
        </p:txBody>
      </p:sp>
      <p:sp>
        <p:nvSpPr>
          <p:cNvPr id="59" name="Shape 45"/>
          <p:cNvSpPr/>
          <p:nvPr/>
        </p:nvSpPr>
        <p:spPr>
          <a:xfrm>
            <a:off x="3931920" y="3730752"/>
            <a:ext cx="2450592" cy="1243584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  <a:effectLst>
            <a:outerShdw sx="100000" sy="100000" kx="0" ky="0" algn="bl" rotWithShape="0" blurRad="152400" dist="38100" dir="8100000">
              <a:srgbClr val="000000">
                <a:alpha val="22000"/>
              </a:srgbClr>
            </a:outerShdw>
          </a:effectLst>
        </p:spPr>
      </p:sp>
      <p:sp>
        <p:nvSpPr>
          <p:cNvPr id="60" name="Shape 46"/>
          <p:cNvSpPr/>
          <p:nvPr/>
        </p:nvSpPr>
        <p:spPr>
          <a:xfrm>
            <a:off x="3931920" y="3730752"/>
            <a:ext cx="2450592" cy="45720"/>
          </a:xfrm>
          <a:prstGeom prst="rect">
            <a:avLst/>
          </a:prstGeom>
          <a:solidFill>
            <a:srgbClr val="FFA066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pic>
        <p:nvPicPr>
          <p:cNvPr id="61" name="Image 12" descr="C:\Users\Samy Chouaf\Desktop\smart-creator-design-system\assets\logos\app\youtube.com.png">    </p:cNvPr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4041648" y="3840480"/>
            <a:ext cx="256032" cy="256032"/>
          </a:xfrm>
          <a:prstGeom prst="rect">
            <a:avLst/>
          </a:prstGeom>
        </p:spPr>
      </p:pic>
      <p:sp>
        <p:nvSpPr>
          <p:cNvPr id="62" name="Text 47"/>
          <p:cNvSpPr/>
          <p:nvPr/>
        </p:nvSpPr>
        <p:spPr>
          <a:xfrm>
            <a:off x="4041648" y="4142232"/>
            <a:ext cx="2231136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092C69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1080 × 1080</a:t>
            </a:r>
            <a:endParaRPr lang="en-US" sz="1300" dirty="0"/>
          </a:p>
        </p:txBody>
      </p:sp>
      <p:sp>
        <p:nvSpPr>
          <p:cNvPr id="63" name="Text 48"/>
          <p:cNvSpPr/>
          <p:nvPr/>
        </p:nvSpPr>
        <p:spPr>
          <a:xfrm>
            <a:off x="4041648" y="4572000"/>
            <a:ext cx="2231136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717188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Community visual</a:t>
            </a:r>
            <a:endParaRPr lang="en-US" sz="1000" dirty="0"/>
          </a:p>
        </p:txBody>
      </p:sp>
      <p:sp>
        <p:nvSpPr>
          <p:cNvPr id="64" name="Shape 49"/>
          <p:cNvSpPr/>
          <p:nvPr/>
        </p:nvSpPr>
        <p:spPr>
          <a:xfrm>
            <a:off x="6492240" y="3730752"/>
            <a:ext cx="2450592" cy="1243584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  <a:effectLst>
            <a:outerShdw sx="100000" sy="100000" kx="0" ky="0" algn="bl" rotWithShape="0" blurRad="152400" dist="38100" dir="8100000">
              <a:srgbClr val="000000">
                <a:alpha val="22000"/>
              </a:srgbClr>
            </a:outerShdw>
          </a:effectLst>
        </p:spPr>
      </p:sp>
      <p:sp>
        <p:nvSpPr>
          <p:cNvPr id="65" name="Shape 50"/>
          <p:cNvSpPr/>
          <p:nvPr/>
        </p:nvSpPr>
        <p:spPr>
          <a:xfrm>
            <a:off x="6492240" y="3730752"/>
            <a:ext cx="2450592" cy="45720"/>
          </a:xfrm>
          <a:prstGeom prst="rect">
            <a:avLst/>
          </a:prstGeom>
          <a:solidFill>
            <a:srgbClr val="FFA066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pic>
        <p:nvPicPr>
          <p:cNvPr id="66" name="Image 13" descr="C:\Users\Samy Chouaf\Desktop\smart-creator-design-system\assets\logos\app\youtube.com.png">    </p:cNvPr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6601968" y="3840480"/>
            <a:ext cx="256032" cy="256032"/>
          </a:xfrm>
          <a:prstGeom prst="rect">
            <a:avLst/>
          </a:prstGeom>
        </p:spPr>
      </p:pic>
      <p:sp>
        <p:nvSpPr>
          <p:cNvPr id="67" name="Text 51"/>
          <p:cNvSpPr/>
          <p:nvPr/>
        </p:nvSpPr>
        <p:spPr>
          <a:xfrm>
            <a:off x="6601968" y="4142232"/>
            <a:ext cx="2231136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092C69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1920 × 1080</a:t>
            </a:r>
            <a:endParaRPr lang="en-US" sz="1300" dirty="0"/>
          </a:p>
        </p:txBody>
      </p:sp>
      <p:sp>
        <p:nvSpPr>
          <p:cNvPr id="68" name="Text 52"/>
          <p:cNvSpPr/>
          <p:nvPr/>
        </p:nvSpPr>
        <p:spPr>
          <a:xfrm>
            <a:off x="6601968" y="4572000"/>
            <a:ext cx="2231136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717188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Presentation / video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5</Slides>
  <Notes>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AI Design System for YouTube Creators</dc:title>
  <dc:subject>PptxGenJS Presentation</dc:subject>
  <dc:creator>Samy Chouaf</dc:creator>
  <cp:lastModifiedBy>Samy Chouaf</cp:lastModifiedBy>
  <cp:revision>1</cp:revision>
  <dcterms:created xsi:type="dcterms:W3CDTF">2026-05-30T14:07:19Z</dcterms:created>
  <dcterms:modified xsi:type="dcterms:W3CDTF">2026-05-30T14:07:19Z</dcterms:modified>
</cp:coreProperties>
</file>