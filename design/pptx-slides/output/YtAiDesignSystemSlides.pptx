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1.png"/><Relationship Id="rId13" Type="http://schemas.openxmlformats.org/officeDocument/2006/relationships/image" Target="../media/image-5-11.png"/><Relationship Id="rId14" Type="http://schemas.openxmlformats.org/officeDocument/2006/relationships/image" Target="../media/image-5-11.png"/><Relationship Id="rId15" Type="http://schemas.openxmlformats.org/officeDocument/2006/relationships/image" Target="../media/image-5-15.png"/><Relationship Id="rId16" Type="http://schemas.openxmlformats.org/officeDocument/2006/relationships/image" Target="../media/image-5-15.png"/><Relationship Id="rId17" Type="http://schemas.openxmlformats.org/officeDocument/2006/relationships/image" Target="../media/image-5-15.png"/><Relationship Id="rId18" Type="http://schemas.openxmlformats.org/officeDocument/2006/relationships/image" Target="../media/image-5-15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amy Chouaf\Desktop\smart-creator-design-system\assets\textures\light-squa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411480" y="320040"/>
            <a:ext cx="3108960" cy="3108960"/>
          </a:xfrm>
          <a:prstGeom prst="ellipse">
            <a:avLst/>
          </a:prstGeom>
          <a:solidFill>
            <a:srgbClr val="B4EA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92240" y="1234440"/>
            <a:ext cx="3200400" cy="3200400"/>
          </a:xfrm>
          <a:prstGeom prst="ellipse">
            <a:avLst/>
          </a:prstGeom>
          <a:solidFill>
            <a:srgbClr val="D2FF9A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713232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89320" y="713232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7" name="Image 1" descr="C:\Users\Samy Chouaf\Desktop\smart-creator-design-system\assets\illustrations\notion-style\oc-thinking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960120"/>
            <a:ext cx="2286000" cy="2697480"/>
          </a:xfrm>
          <a:prstGeom prst="rect">
            <a:avLst/>
          </a:prstGeom>
        </p:spPr>
      </p:pic>
      <p:pic>
        <p:nvPicPr>
          <p:cNvPr id="8" name="Image 2" descr="C:\Users\Samy Chouaf\Desktop\smart-creator-design-system\assets\illustrations\notion-style\notion-ai-agent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9632" y="914400"/>
            <a:ext cx="2331720" cy="2788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419856" y="2121408"/>
            <a:ext cx="2304288" cy="457200"/>
          </a:xfrm>
          <a:prstGeom prst="roundRect">
            <a:avLst>
              <a:gd name="adj" fmla="val 40000"/>
            </a:avLst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675888" y="2221992"/>
            <a:ext cx="1444752" cy="256032"/>
          </a:xfrm>
          <a:prstGeom prst="roundRect">
            <a:avLst>
              <a:gd name="adj" fmla="val 42857"/>
            </a:avLst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4919472" y="2011680"/>
            <a:ext cx="804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3300" dirty="0"/>
          </a:p>
        </p:txBody>
      </p:sp>
      <p:sp>
        <p:nvSpPr>
          <p:cNvPr id="12" name="Shape 7"/>
          <p:cNvSpPr/>
          <p:nvPr/>
        </p:nvSpPr>
        <p:spPr>
          <a:xfrm>
            <a:off x="3246120" y="1938528"/>
            <a:ext cx="237744" cy="237744"/>
          </a:xfrm>
          <a:prstGeom prst="ellipse">
            <a:avLst/>
          </a:prstGeom>
          <a:solidFill>
            <a:srgbClr val="B4EA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650992" y="2651760"/>
            <a:ext cx="164592" cy="164592"/>
          </a:xfrm>
          <a:prstGeom prst="ellipse">
            <a:avLst/>
          </a:prstGeom>
          <a:solidFill>
            <a:srgbClr val="FDE68A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02920" y="41605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 creator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989320" y="41605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design agent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731520"/>
            <a:ext cx="4572000" cy="4114800"/>
          </a:xfrm>
          <a:prstGeom prst="ellipse">
            <a:avLst/>
          </a:prstGeom>
          <a:solidFill>
            <a:srgbClr val="B4EA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57400" y="548640"/>
            <a:ext cx="5029200" cy="4023360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60520" y="868680"/>
            <a:ext cx="822960" cy="822960"/>
          </a:xfrm>
          <a:prstGeom prst="roundRect">
            <a:avLst>
              <a:gd name="adj" fmla="val 16667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5" name="Image 0" descr="C:\Users\Samy Chouaf\Desktop\smart-creator-design-system\assets\icons\design\design-tool-brush-ruler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51960" y="960120"/>
            <a:ext cx="640080" cy="640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0" y="1828800"/>
            <a:ext cx="914400" cy="237744"/>
          </a:xfrm>
          <a:prstGeom prst="roundRect">
            <a:avLst>
              <a:gd name="adj" fmla="val 38462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0" y="1828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331720" y="2176272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build your design system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80060"/>
          </a:xfrm>
          <a:prstGeom prst="rect">
            <a:avLst/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C:\Users\Samy Chouaf\Desktop\smart-creator-design-system\assets\icons\business\alerts-warning-triangle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592" y="6400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" y="0"/>
            <a:ext cx="82296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really don't want that for your brand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02920" y="658368"/>
            <a:ext cx="3931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6" name="Image 1" descr="C:\Users\Samy Chouaf\Desktop\smart-creator-design-system\public\screenshots\powerpoint\YT - AI Design system\slide 02 - 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8368"/>
            <a:ext cx="3931920" cy="3108960"/>
          </a:xfrm>
          <a:prstGeom prst="rect">
            <a:avLst/>
          </a:prstGeom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502920" y="658368"/>
            <a:ext cx="3931920" cy="3108960"/>
          </a:xfrm>
          <a:prstGeom prst="rect">
            <a:avLst/>
          </a:prstGeom>
          <a:solidFill>
            <a:srgbClr val="FFE6F3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709160" y="658368"/>
            <a:ext cx="3931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2" descr="C:\Users\Samy Chouaf\Desktop\smart-creator-design-system\public\screenshots\powerpoint\YT - AI Design system\slide 02 - 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658368"/>
            <a:ext cx="3931920" cy="3108960"/>
          </a:xfrm>
          <a:prstGeom prst="rect">
            <a:avLst/>
          </a:prstGeom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pic>
      <p:sp>
        <p:nvSpPr>
          <p:cNvPr id="10" name="Shape 5"/>
          <p:cNvSpPr/>
          <p:nvPr/>
        </p:nvSpPr>
        <p:spPr>
          <a:xfrm>
            <a:off x="4709160" y="658368"/>
            <a:ext cx="3931920" cy="3108960"/>
          </a:xfrm>
          <a:prstGeom prst="rect">
            <a:avLst/>
          </a:prstGeom>
          <a:solidFill>
            <a:srgbClr val="FFE6F3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029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slop: inconsistent, generic, off-brand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470916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slop: inconsistent, generic, off-brand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731520"/>
            <a:ext cx="4572000" cy="4114800"/>
          </a:xfrm>
          <a:prstGeom prst="ellipse">
            <a:avLst/>
          </a:prstGeom>
          <a:solidFill>
            <a:srgbClr val="FFA06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57400" y="548640"/>
            <a:ext cx="5029200" cy="4023360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60520" y="868680"/>
            <a:ext cx="822960" cy="822960"/>
          </a:xfrm>
          <a:prstGeom prst="roundRect">
            <a:avLst>
              <a:gd name="adj" fmla="val 16667"/>
            </a:avLst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5" name="Image 0" descr="C:\Users\Samy Chouaf\Desktop\smart-creator-design-system\assets\icons\design\layers-stacked-1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51960" y="960120"/>
            <a:ext cx="640080" cy="640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0" y="1828800"/>
            <a:ext cx="914400" cy="237744"/>
          </a:xfrm>
          <a:prstGeom prst="roundRect">
            <a:avLst>
              <a:gd name="adj" fmla="val 38462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0" y="1828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331720" y="2176272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your first templates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80060"/>
          </a:xfrm>
          <a:prstGeom prst="rect">
            <a:avLst/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Media Asset Size Guide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371600" y="566928"/>
            <a:ext cx="2450592" cy="420624"/>
          </a:xfrm>
          <a:prstGeom prst="roundRect">
            <a:avLst>
              <a:gd name="adj" fmla="val 21739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566928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Carousel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31920" y="566928"/>
            <a:ext cx="2450592" cy="420624"/>
          </a:xfrm>
          <a:prstGeom prst="roundRect">
            <a:avLst>
              <a:gd name="adj" fmla="val 21739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0" y="566928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Infographic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92240" y="566928"/>
            <a:ext cx="2450592" cy="420624"/>
          </a:xfrm>
          <a:prstGeom prst="roundRect">
            <a:avLst>
              <a:gd name="adj" fmla="val 21739"/>
            </a:avLst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C:\Users\Samy Chouaf\Desktop\smart-creator-design-system\assets\logos\app\powerpo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630936"/>
            <a:ext cx="292608" cy="292608"/>
          </a:xfrm>
          <a:prstGeom prst="rect">
            <a:avLst/>
          </a:prstGeom>
        </p:spPr>
      </p:pic>
      <p:pic>
        <p:nvPicPr>
          <p:cNvPr id="10" name="Image 1" descr="C:\Users\Samy Chouaf\Desktop\smart-creator-design-system\assets\logos\app\slides.google.c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63093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56692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09728" y="1060704"/>
            <a:ext cx="1188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09728" y="1060704"/>
            <a:ext cx="1188720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1316736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" y="1828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1371600" y="1060704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1371600" y="1060704"/>
            <a:ext cx="2450592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81328" y="117043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81328" y="1472184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1350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481328" y="19019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PDF carousel pages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3931920" y="1060704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3931920" y="1060704"/>
            <a:ext cx="2450592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4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1648" y="1170432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041648" y="1472184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1350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4041648" y="19019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Tall feed infographic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492240" y="1060704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492240" y="1060704"/>
            <a:ext cx="2450592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5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1968" y="1170432"/>
            <a:ext cx="256032" cy="25603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601968" y="1472184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1920 × 1080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6601968" y="19019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16:9 video / webinar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109728" y="2395728"/>
            <a:ext cx="1188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109728" y="2395728"/>
            <a:ext cx="1188720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6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4320" y="2651760"/>
            <a:ext cx="457200" cy="45720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55448" y="316382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1371600" y="2395728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1371600" y="2395728"/>
            <a:ext cx="2450592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7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81328" y="2505456"/>
            <a:ext cx="256032" cy="256032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1481328" y="2807208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1350</a:t>
            </a:r>
            <a:endParaRPr lang="en-US" sz="1300" dirty="0"/>
          </a:p>
        </p:txBody>
      </p:sp>
      <p:sp>
        <p:nvSpPr>
          <p:cNvPr id="39" name="Text 29"/>
          <p:cNvSpPr/>
          <p:nvPr/>
        </p:nvSpPr>
        <p:spPr>
          <a:xfrm>
            <a:off x="1481328" y="3236976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Portrait carousel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3931920" y="2395728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1" name="Shape 31"/>
          <p:cNvSpPr/>
          <p:nvPr/>
        </p:nvSpPr>
        <p:spPr>
          <a:xfrm>
            <a:off x="3931920" y="2395728"/>
            <a:ext cx="2450592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2" name="Image 8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1648" y="2505456"/>
            <a:ext cx="256032" cy="256032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4041648" y="2807208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1350</a:t>
            </a:r>
            <a:endParaRPr lang="en-US" sz="1300" dirty="0"/>
          </a:p>
        </p:txBody>
      </p:sp>
      <p:sp>
        <p:nvSpPr>
          <p:cNvPr id="44" name="Text 33"/>
          <p:cNvSpPr/>
          <p:nvPr/>
        </p:nvSpPr>
        <p:spPr>
          <a:xfrm>
            <a:off x="4041648" y="3236976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Feed infographic</a:t>
            </a:r>
            <a:endParaRPr lang="en-US" sz="1000" dirty="0"/>
          </a:p>
        </p:txBody>
      </p:sp>
      <p:sp>
        <p:nvSpPr>
          <p:cNvPr id="45" name="Shape 34"/>
          <p:cNvSpPr/>
          <p:nvPr/>
        </p:nvSpPr>
        <p:spPr>
          <a:xfrm>
            <a:off x="6492240" y="2395728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6" name="Shape 35"/>
          <p:cNvSpPr/>
          <p:nvPr/>
        </p:nvSpPr>
        <p:spPr>
          <a:xfrm>
            <a:off x="6492240" y="2395728"/>
            <a:ext cx="2450592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9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01968" y="2505456"/>
            <a:ext cx="256032" cy="256032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6601968" y="2807208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1920 × 1080</a:t>
            </a:r>
            <a:endParaRPr lang="en-US" sz="1300" dirty="0"/>
          </a:p>
        </p:txBody>
      </p:sp>
      <p:sp>
        <p:nvSpPr>
          <p:cNvPr id="49" name="Text 37"/>
          <p:cNvSpPr/>
          <p:nvPr/>
        </p:nvSpPr>
        <p:spPr>
          <a:xfrm>
            <a:off x="6601968" y="3236976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Reel cover / story frame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109728" y="3730752"/>
            <a:ext cx="1188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51" name="Shape 39"/>
          <p:cNvSpPr/>
          <p:nvPr/>
        </p:nvSpPr>
        <p:spPr>
          <a:xfrm>
            <a:off x="109728" y="3730752"/>
            <a:ext cx="1188720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10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4320" y="3986784"/>
            <a:ext cx="457200" cy="457200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155448" y="44988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YouTube</a:t>
            </a:r>
            <a:endParaRPr lang="en-US" sz="1100" dirty="0"/>
          </a:p>
        </p:txBody>
      </p:sp>
      <p:sp>
        <p:nvSpPr>
          <p:cNvPr id="54" name="Shape 41"/>
          <p:cNvSpPr/>
          <p:nvPr/>
        </p:nvSpPr>
        <p:spPr>
          <a:xfrm>
            <a:off x="1371600" y="3730752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55" name="Shape 42"/>
          <p:cNvSpPr/>
          <p:nvPr/>
        </p:nvSpPr>
        <p:spPr>
          <a:xfrm>
            <a:off x="1371600" y="3730752"/>
            <a:ext cx="2450592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1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81328" y="3840480"/>
            <a:ext cx="256032" cy="256032"/>
          </a:xfrm>
          <a:prstGeom prst="rect">
            <a:avLst/>
          </a:prstGeom>
        </p:spPr>
      </p:pic>
      <p:sp>
        <p:nvSpPr>
          <p:cNvPr id="57" name="Text 43"/>
          <p:cNvSpPr/>
          <p:nvPr/>
        </p:nvSpPr>
        <p:spPr>
          <a:xfrm>
            <a:off x="1481328" y="414223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1280 × 720</a:t>
            </a:r>
            <a:endParaRPr lang="en-US" sz="1300" dirty="0"/>
          </a:p>
        </p:txBody>
      </p:sp>
      <p:sp>
        <p:nvSpPr>
          <p:cNvPr id="58" name="Text 44"/>
          <p:cNvSpPr/>
          <p:nvPr/>
        </p:nvSpPr>
        <p:spPr>
          <a:xfrm>
            <a:off x="1481328" y="4572000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Thumbnail sequence</a:t>
            </a:r>
            <a:endParaRPr lang="en-US" sz="1000" dirty="0"/>
          </a:p>
        </p:txBody>
      </p:sp>
      <p:sp>
        <p:nvSpPr>
          <p:cNvPr id="59" name="Shape 45"/>
          <p:cNvSpPr/>
          <p:nvPr/>
        </p:nvSpPr>
        <p:spPr>
          <a:xfrm>
            <a:off x="3931920" y="3730752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0" name="Shape 46"/>
          <p:cNvSpPr/>
          <p:nvPr/>
        </p:nvSpPr>
        <p:spPr>
          <a:xfrm>
            <a:off x="3931920" y="3730752"/>
            <a:ext cx="2450592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1" name="Image 12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41648" y="3840480"/>
            <a:ext cx="256032" cy="256032"/>
          </a:xfrm>
          <a:prstGeom prst="rect">
            <a:avLst/>
          </a:prstGeom>
        </p:spPr>
      </p:pic>
      <p:sp>
        <p:nvSpPr>
          <p:cNvPr id="62" name="Text 47"/>
          <p:cNvSpPr/>
          <p:nvPr/>
        </p:nvSpPr>
        <p:spPr>
          <a:xfrm>
            <a:off x="4041648" y="414223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1080</a:t>
            </a:r>
            <a:endParaRPr lang="en-US" sz="1300" dirty="0"/>
          </a:p>
        </p:txBody>
      </p:sp>
      <p:sp>
        <p:nvSpPr>
          <p:cNvPr id="63" name="Text 48"/>
          <p:cNvSpPr/>
          <p:nvPr/>
        </p:nvSpPr>
        <p:spPr>
          <a:xfrm>
            <a:off x="4041648" y="4572000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visual</a:t>
            </a:r>
            <a:endParaRPr lang="en-US" sz="1000" dirty="0"/>
          </a:p>
        </p:txBody>
      </p:sp>
      <p:sp>
        <p:nvSpPr>
          <p:cNvPr id="64" name="Shape 49"/>
          <p:cNvSpPr/>
          <p:nvPr/>
        </p:nvSpPr>
        <p:spPr>
          <a:xfrm>
            <a:off x="6492240" y="3730752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5" name="Shape 50"/>
          <p:cNvSpPr/>
          <p:nvPr/>
        </p:nvSpPr>
        <p:spPr>
          <a:xfrm>
            <a:off x="6492240" y="3730752"/>
            <a:ext cx="2450592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6" name="Image 13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01968" y="3840480"/>
            <a:ext cx="256032" cy="256032"/>
          </a:xfrm>
          <a:prstGeom prst="rect">
            <a:avLst/>
          </a:prstGeom>
        </p:spPr>
      </p:pic>
      <p:sp>
        <p:nvSpPr>
          <p:cNvPr id="67" name="Text 51"/>
          <p:cNvSpPr/>
          <p:nvPr/>
        </p:nvSpPr>
        <p:spPr>
          <a:xfrm>
            <a:off x="6601968" y="414223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1920 × 1080</a:t>
            </a:r>
            <a:endParaRPr lang="en-US" sz="1300" dirty="0"/>
          </a:p>
        </p:txBody>
      </p:sp>
      <p:sp>
        <p:nvSpPr>
          <p:cNvPr id="68" name="Text 52"/>
          <p:cNvSpPr/>
          <p:nvPr/>
        </p:nvSpPr>
        <p:spPr>
          <a:xfrm>
            <a:off x="6601968" y="4572000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Presentation / video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Design System for YouTube Creators</dc:title>
  <dc:subject>PptxGenJS Presentation</dc:subject>
  <dc:creator>Samy Chouaf</dc:creator>
  <cp:lastModifiedBy>Samy Chouaf</cp:lastModifiedBy>
  <cp:revision>1</cp:revision>
  <dcterms:created xsi:type="dcterms:W3CDTF">2026-05-30T10:37:06Z</dcterms:created>
  <dcterms:modified xsi:type="dcterms:W3CDTF">2026-05-30T10:37:06Z</dcterms:modified>
</cp:coreProperties>
</file>