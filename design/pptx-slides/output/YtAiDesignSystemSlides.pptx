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image" Target="../media/image-1-3.png"/><Relationship Id="rId4" Type="http://schemas.openxmlformats.org/officeDocument/2006/relationships/image" Target="../media/image-1-4.sv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1.png"/><Relationship Id="rId13" Type="http://schemas.openxmlformats.org/officeDocument/2006/relationships/image" Target="../media/image-5-11.png"/><Relationship Id="rId14" Type="http://schemas.openxmlformats.org/officeDocument/2006/relationships/image" Target="../media/image-5-11.png"/><Relationship Id="rId15" Type="http://schemas.openxmlformats.org/officeDocument/2006/relationships/image" Target="../media/image-5-15.png"/><Relationship Id="rId16" Type="http://schemas.openxmlformats.org/officeDocument/2006/relationships/image" Target="../media/image-5-15.png"/><Relationship Id="rId17" Type="http://schemas.openxmlformats.org/officeDocument/2006/relationships/image" Target="../media/image-5-15.png"/><Relationship Id="rId18" Type="http://schemas.openxmlformats.org/officeDocument/2006/relationships/image" Target="../media/image-5-15.pn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457200"/>
            <a:ext cx="3840480" cy="3931920"/>
          </a:xfrm>
          <a:prstGeom prst="roundRect">
            <a:avLst>
              <a:gd name="adj" fmla="val 5952"/>
            </a:avLst>
          </a:prstGeom>
          <a:solidFill>
            <a:srgbClr val="B4EAFF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0" y="457200"/>
            <a:ext cx="3840480" cy="3931920"/>
          </a:xfrm>
          <a:prstGeom prst="roundRect">
            <a:avLst>
              <a:gd name="adj" fmla="val 5952"/>
            </a:avLst>
          </a:prstGeom>
          <a:solidFill>
            <a:srgbClr val="D2FF9A">
              <a:alpha val="12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0" descr="C:\Users\Samy Chouaf\Desktop\smart-creator-design-system\assets\illustrations\notion-style\oc-on-the-laptop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548640"/>
            <a:ext cx="3474720" cy="347472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977640" y="1965960"/>
            <a:ext cx="1188720" cy="594360"/>
          </a:xfrm>
          <a:prstGeom prst="roundRect">
            <a:avLst>
              <a:gd name="adj" fmla="val 15385"/>
            </a:avLst>
          </a:prstGeom>
          <a:solidFill>
            <a:srgbClr val="092C69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3977640" y="1965960"/>
            <a:ext cx="1188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</a:t>
            </a:r>
            <a:endParaRPr lang="en-US" sz="2800" dirty="0"/>
          </a:p>
        </p:txBody>
      </p:sp>
      <p:pic>
        <p:nvPicPr>
          <p:cNvPr id="7" name="Image 1" descr="C:\Users\Samy Chouaf\Desktop\smart-creator-design-system\assets\illustrations\notion-style\notion-ai-agent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212080" y="548640"/>
            <a:ext cx="3474720" cy="347472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97280" y="4160520"/>
            <a:ext cx="6949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AI Design System</a:t>
            </a:r>
            <a:endParaRPr lang="en-US" sz="4200" dirty="0"/>
          </a:p>
        </p:txBody>
      </p:sp>
      <p:sp>
        <p:nvSpPr>
          <p:cNvPr id="9" name="Text 5"/>
          <p:cNvSpPr/>
          <p:nvPr/>
        </p:nvSpPr>
        <p:spPr>
          <a:xfrm>
            <a:off x="1097280" y="466344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3232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 once. Generate forever.</a:t>
            </a:r>
            <a:endParaRPr lang="en-US" sz="1800" dirty="0"/>
          </a:p>
        </p:txBody>
      </p:sp>
      <p:sp>
        <p:nvSpPr>
          <p:cNvPr id="10" name="Shape 6"/>
          <p:cNvSpPr/>
          <p:nvPr/>
        </p:nvSpPr>
        <p:spPr>
          <a:xfrm>
            <a:off x="0" y="4937760"/>
            <a:ext cx="9144000" cy="205740"/>
          </a:xfrm>
          <a:prstGeom prst="rect">
            <a:avLst/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274320" y="4937760"/>
            <a:ext cx="859536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Samy Chouaf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92C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0" y="731520"/>
            <a:ext cx="4572000" cy="4114800"/>
          </a:xfrm>
          <a:prstGeom prst="ellipse">
            <a:avLst/>
          </a:prstGeom>
          <a:solidFill>
            <a:srgbClr val="B4EAFF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57400" y="548640"/>
            <a:ext cx="5029200" cy="4023360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60520" y="868680"/>
            <a:ext cx="822960" cy="822960"/>
          </a:xfrm>
          <a:prstGeom prst="roundRect">
            <a:avLst>
              <a:gd name="adj" fmla="val 16667"/>
            </a:avLst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pic>
        <p:nvPicPr>
          <p:cNvPr id="5" name="Image 0" descr="C:\Users\Samy Chouaf\Desktop\smart-creator-design-system\assets\icons\design\layers-stacked-1--Streamline-Freehand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251960" y="960120"/>
            <a:ext cx="640080" cy="640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0" y="1828800"/>
            <a:ext cx="914400" cy="237744"/>
          </a:xfrm>
          <a:prstGeom prst="roundRect">
            <a:avLst>
              <a:gd name="adj" fmla="val 38462"/>
            </a:avLst>
          </a:prstGeom>
          <a:solidFill>
            <a:srgbClr val="FDE6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0" y="1828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1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331720" y="2176272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How to Build Your Design System</a:t>
            </a:r>
            <a:endParaRPr lang="en-US" sz="2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80060"/>
          </a:xfrm>
          <a:prstGeom prst="rect">
            <a:avLst/>
          </a:prstGeom>
          <a:solidFill>
            <a:srgbClr val="092C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Image 0" descr="C:\Users\Samy Chouaf\Desktop\smart-creator-design-system\assets\icons\business\alerts-warning-triangle--Streamline-Freehand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4592" y="64008"/>
            <a:ext cx="347472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21792" y="0"/>
            <a:ext cx="82296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really don't want that for your brand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502920" y="658368"/>
            <a:ext cx="39319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pic>
        <p:nvPicPr>
          <p:cNvPr id="6" name="Image 1" descr="C:\Users\Samy Chouaf\Desktop\smart-creator-design-system\public\screenshots\powerpoint\YT - AI Design system\slide-02-0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58368"/>
            <a:ext cx="3931920" cy="3108960"/>
          </a:xfrm>
          <a:prstGeom prst="rect">
            <a:avLst/>
          </a:prstGeom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pic>
      <p:sp>
        <p:nvSpPr>
          <p:cNvPr id="7" name="Shape 3"/>
          <p:cNvSpPr/>
          <p:nvPr/>
        </p:nvSpPr>
        <p:spPr>
          <a:xfrm>
            <a:off x="502920" y="658368"/>
            <a:ext cx="3931920" cy="3108960"/>
          </a:xfrm>
          <a:prstGeom prst="rect">
            <a:avLst/>
          </a:prstGeom>
          <a:solidFill>
            <a:srgbClr val="FFE6F3">
              <a:alpha val="2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4709160" y="658368"/>
            <a:ext cx="39319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pic>
        <p:nvPicPr>
          <p:cNvPr id="9" name="Image 2" descr="C:\Users\Samy Chouaf\Desktop\smart-creator-design-system\public\screenshots\powerpoint\YT - AI Design system\slide-02-0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658368"/>
            <a:ext cx="3931920" cy="3108960"/>
          </a:xfrm>
          <a:prstGeom prst="rect">
            <a:avLst/>
          </a:prstGeom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pic>
      <p:sp>
        <p:nvSpPr>
          <p:cNvPr id="10" name="Shape 5"/>
          <p:cNvSpPr/>
          <p:nvPr/>
        </p:nvSpPr>
        <p:spPr>
          <a:xfrm>
            <a:off x="4709160" y="658368"/>
            <a:ext cx="3931920" cy="3108960"/>
          </a:xfrm>
          <a:prstGeom prst="rect">
            <a:avLst/>
          </a:prstGeom>
          <a:solidFill>
            <a:srgbClr val="FFE6F3">
              <a:alpha val="2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6"/>
          <p:cNvSpPr/>
          <p:nvPr/>
        </p:nvSpPr>
        <p:spPr>
          <a:xfrm>
            <a:off x="502920" y="38404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Generic AI output</a:t>
            </a:r>
            <a:endParaRPr lang="en-US" sz="1000" dirty="0"/>
          </a:p>
        </p:txBody>
      </p:sp>
      <p:sp>
        <p:nvSpPr>
          <p:cNvPr id="12" name="Text 7"/>
          <p:cNvSpPr/>
          <p:nvPr/>
        </p:nvSpPr>
        <p:spPr>
          <a:xfrm>
            <a:off x="4709160" y="38404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Generic AI output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92C6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286000" y="731520"/>
            <a:ext cx="4572000" cy="4114800"/>
          </a:xfrm>
          <a:prstGeom prst="ellipse">
            <a:avLst/>
          </a:prstGeom>
          <a:solidFill>
            <a:srgbClr val="D2FF9A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57400" y="548640"/>
            <a:ext cx="5029200" cy="4023360"/>
          </a:xfrm>
          <a:prstGeom prst="roundRect">
            <a:avLst>
              <a:gd name="adj" fmla="val 5682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4160520" y="868680"/>
            <a:ext cx="822960" cy="822960"/>
          </a:xfrm>
          <a:prstGeom prst="roundRect">
            <a:avLst>
              <a:gd name="adj" fmla="val 16667"/>
            </a:avLst>
          </a:prstGeom>
          <a:solidFill>
            <a:srgbClr val="D2FF9A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pic>
        <p:nvPicPr>
          <p:cNvPr id="5" name="Image 0" descr="C:\Users\Samy Chouaf\Desktop\smart-creator-design-system\assets\icons\design\design-tool-magic-wand--Streamline-Freehand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251960" y="960120"/>
            <a:ext cx="640080" cy="640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114800" y="1828800"/>
            <a:ext cx="914400" cy="237744"/>
          </a:xfrm>
          <a:prstGeom prst="roundRect">
            <a:avLst>
              <a:gd name="adj" fmla="val 38462"/>
            </a:avLst>
          </a:prstGeom>
          <a:solidFill>
            <a:srgbClr val="D2FF9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114800" y="182880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 2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331720" y="2176272"/>
            <a:ext cx="44805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Design Your First Templates</a:t>
            </a:r>
            <a:endParaRPr lang="en-US" sz="2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C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80060"/>
          </a:xfrm>
          <a:prstGeom prst="rect">
            <a:avLst/>
          </a:prstGeom>
          <a:solidFill>
            <a:srgbClr val="092C69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Social Media Asset Size Guide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1371600" y="566928"/>
            <a:ext cx="2450592" cy="420624"/>
          </a:xfrm>
          <a:prstGeom prst="roundRect">
            <a:avLst>
              <a:gd name="adj" fmla="val 21739"/>
            </a:avLst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566928"/>
            <a:ext cx="2450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Carousel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931920" y="566928"/>
            <a:ext cx="2450592" cy="420624"/>
          </a:xfrm>
          <a:prstGeom prst="roundRect">
            <a:avLst>
              <a:gd name="adj" fmla="val 21739"/>
            </a:avLst>
          </a:prstGeom>
          <a:solidFill>
            <a:srgbClr val="FDE68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0" y="566928"/>
            <a:ext cx="24505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Infographic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92240" y="566928"/>
            <a:ext cx="2450592" cy="420624"/>
          </a:xfrm>
          <a:prstGeom prst="roundRect">
            <a:avLst>
              <a:gd name="adj" fmla="val 21739"/>
            </a:avLst>
          </a:prstGeom>
          <a:solidFill>
            <a:srgbClr val="FFA0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9" name="Image 0" descr="C:\Users\Samy Chouaf\Desktop\smart-creator-design-system\assets\logos\app\powerpoi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630936"/>
            <a:ext cx="292608" cy="292608"/>
          </a:xfrm>
          <a:prstGeom prst="rect">
            <a:avLst/>
          </a:prstGeom>
        </p:spPr>
      </p:pic>
      <p:pic>
        <p:nvPicPr>
          <p:cNvPr id="10" name="Image 1" descr="C:\Users\Samy Chouaf\Desktop\smart-creator-design-system\assets\logos\app\slides.google.c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7728" y="630936"/>
            <a:ext cx="292608" cy="29260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315200" y="566928"/>
            <a:ext cx="1627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Slides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109728" y="1060704"/>
            <a:ext cx="118872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109728" y="1060704"/>
            <a:ext cx="1188720" cy="45720"/>
          </a:xfrm>
          <a:prstGeom prst="rect">
            <a:avLst/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4" name="Image 2" descr="C:\Users\Samy Chouaf\Desktop\smart-creator-design-system\assets\logos\app\linkedin.svg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74320" y="1316736"/>
            <a:ext cx="457200" cy="45720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55448" y="18288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LinkedIn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1371600" y="1060704"/>
            <a:ext cx="2450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1371600" y="1060704"/>
            <a:ext cx="2450592" cy="45720"/>
          </a:xfrm>
          <a:prstGeom prst="rect">
            <a:avLst/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8" name="Image 3" descr="C:\Users\Samy Chouaf\Desktop\smart-creator-design-system\assets\logos\app\linkedin.svg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81328" y="1170432"/>
            <a:ext cx="256032" cy="256032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81328" y="1472184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1080 × 1080 px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1481328" y="1901952"/>
            <a:ext cx="2231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Square carousel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3931920" y="1060704"/>
            <a:ext cx="2450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22" name="Shape 16"/>
          <p:cNvSpPr/>
          <p:nvPr/>
        </p:nvSpPr>
        <p:spPr>
          <a:xfrm>
            <a:off x="3931920" y="1060704"/>
            <a:ext cx="2450592" cy="45720"/>
          </a:xfrm>
          <a:prstGeom prst="rect">
            <a:avLst/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3" name="Image 4" descr="C:\Users\Samy Chouaf\Desktop\smart-creator-design-system\assets\logos\app\linkedin.svg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041648" y="1170432"/>
            <a:ext cx="256032" cy="256032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4041648" y="1472184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1080 × 1350 px</a:t>
            </a:r>
            <a:endParaRPr lang="en-US" sz="1300" dirty="0"/>
          </a:p>
        </p:txBody>
      </p:sp>
      <p:sp>
        <p:nvSpPr>
          <p:cNvPr id="25" name="Text 18"/>
          <p:cNvSpPr/>
          <p:nvPr/>
        </p:nvSpPr>
        <p:spPr>
          <a:xfrm>
            <a:off x="4041648" y="1901952"/>
            <a:ext cx="2231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Portrait format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6492240" y="1060704"/>
            <a:ext cx="2450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27" name="Shape 20"/>
          <p:cNvSpPr/>
          <p:nvPr/>
        </p:nvSpPr>
        <p:spPr>
          <a:xfrm>
            <a:off x="6492240" y="1060704"/>
            <a:ext cx="2450592" cy="45720"/>
          </a:xfrm>
          <a:prstGeom prst="rect">
            <a:avLst/>
          </a:prstGeom>
          <a:solidFill>
            <a:srgbClr val="B4EA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8" name="Image 5" descr="C:\Users\Samy Chouaf\Desktop\smart-creator-design-system\assets\logos\app\linkedin.svg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601968" y="1170432"/>
            <a:ext cx="256032" cy="256032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6601968" y="1472184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1280 × 720 px</a:t>
            </a:r>
            <a:endParaRPr lang="en-US" sz="1300" dirty="0"/>
          </a:p>
        </p:txBody>
      </p:sp>
      <p:sp>
        <p:nvSpPr>
          <p:cNvPr id="30" name="Text 22"/>
          <p:cNvSpPr/>
          <p:nvPr/>
        </p:nvSpPr>
        <p:spPr>
          <a:xfrm>
            <a:off x="6601968" y="1901952"/>
            <a:ext cx="2231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16:9 presentation</a:t>
            </a:r>
            <a:endParaRPr lang="en-US" sz="1000" dirty="0"/>
          </a:p>
        </p:txBody>
      </p:sp>
      <p:sp>
        <p:nvSpPr>
          <p:cNvPr id="31" name="Shape 23"/>
          <p:cNvSpPr/>
          <p:nvPr/>
        </p:nvSpPr>
        <p:spPr>
          <a:xfrm>
            <a:off x="109728" y="2395728"/>
            <a:ext cx="118872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32" name="Shape 24"/>
          <p:cNvSpPr/>
          <p:nvPr/>
        </p:nvSpPr>
        <p:spPr>
          <a:xfrm>
            <a:off x="109728" y="2395728"/>
            <a:ext cx="1188720" cy="45720"/>
          </a:xfrm>
          <a:prstGeom prst="rect">
            <a:avLst/>
          </a:prstGeom>
          <a:solidFill>
            <a:srgbClr val="FFE6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3" name="Image 6" descr="C:\Users\Samy Chouaf\Desktop\smart-creator-design-system\assets\logos\app\instagram.com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74320" y="2651760"/>
            <a:ext cx="457200" cy="45720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155448" y="316382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Instagram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1371600" y="2395728"/>
            <a:ext cx="2450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36" name="Shape 27"/>
          <p:cNvSpPr/>
          <p:nvPr/>
        </p:nvSpPr>
        <p:spPr>
          <a:xfrm>
            <a:off x="1371600" y="2395728"/>
            <a:ext cx="2450592" cy="45720"/>
          </a:xfrm>
          <a:prstGeom prst="rect">
            <a:avLst/>
          </a:prstGeom>
          <a:solidFill>
            <a:srgbClr val="FFE6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7" descr="C:\Users\Samy Chouaf\Desktop\smart-creator-design-system\assets\logos\app\instagram.com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481328" y="2505456"/>
            <a:ext cx="256032" cy="256032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1481328" y="2807208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1080 × 1080 px</a:t>
            </a:r>
            <a:endParaRPr lang="en-US" sz="1300" dirty="0"/>
          </a:p>
        </p:txBody>
      </p:sp>
      <p:sp>
        <p:nvSpPr>
          <p:cNvPr id="39" name="Text 29"/>
          <p:cNvSpPr/>
          <p:nvPr/>
        </p:nvSpPr>
        <p:spPr>
          <a:xfrm>
            <a:off x="1481328" y="3236976"/>
            <a:ext cx="2231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Square carousel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3931920" y="2395728"/>
            <a:ext cx="2450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41" name="Shape 31"/>
          <p:cNvSpPr/>
          <p:nvPr/>
        </p:nvSpPr>
        <p:spPr>
          <a:xfrm>
            <a:off x="3931920" y="2395728"/>
            <a:ext cx="2450592" cy="45720"/>
          </a:xfrm>
          <a:prstGeom prst="rect">
            <a:avLst/>
          </a:prstGeom>
          <a:solidFill>
            <a:srgbClr val="FFE6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2" name="Image 8" descr="C:\Users\Samy Chouaf\Desktop\smart-creator-design-system\assets\logos\app\instagram.com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041648" y="2505456"/>
            <a:ext cx="256032" cy="256032"/>
          </a:xfrm>
          <a:prstGeom prst="rect">
            <a:avLst/>
          </a:prstGeom>
        </p:spPr>
      </p:pic>
      <p:sp>
        <p:nvSpPr>
          <p:cNvPr id="43" name="Text 32"/>
          <p:cNvSpPr/>
          <p:nvPr/>
        </p:nvSpPr>
        <p:spPr>
          <a:xfrm>
            <a:off x="4041648" y="2807208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1080 × 1350 px</a:t>
            </a:r>
            <a:endParaRPr lang="en-US" sz="1300" dirty="0"/>
          </a:p>
        </p:txBody>
      </p:sp>
      <p:sp>
        <p:nvSpPr>
          <p:cNvPr id="44" name="Text 33"/>
          <p:cNvSpPr/>
          <p:nvPr/>
        </p:nvSpPr>
        <p:spPr>
          <a:xfrm>
            <a:off x="4041648" y="3236976"/>
            <a:ext cx="2231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Portrait format</a:t>
            </a:r>
            <a:endParaRPr lang="en-US" sz="1000" dirty="0"/>
          </a:p>
        </p:txBody>
      </p:sp>
      <p:sp>
        <p:nvSpPr>
          <p:cNvPr id="45" name="Shape 34"/>
          <p:cNvSpPr/>
          <p:nvPr/>
        </p:nvSpPr>
        <p:spPr>
          <a:xfrm>
            <a:off x="6492240" y="2395728"/>
            <a:ext cx="2450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46" name="Shape 35"/>
          <p:cNvSpPr/>
          <p:nvPr/>
        </p:nvSpPr>
        <p:spPr>
          <a:xfrm>
            <a:off x="6492240" y="2395728"/>
            <a:ext cx="2450592" cy="45720"/>
          </a:xfrm>
          <a:prstGeom prst="rect">
            <a:avLst/>
          </a:prstGeom>
          <a:solidFill>
            <a:srgbClr val="FFE6F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7" name="Image 9" descr="C:\Users\Samy Chouaf\Desktop\smart-creator-design-system\assets\logos\app\instagram.com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601968" y="2505456"/>
            <a:ext cx="256032" cy="256032"/>
          </a:xfrm>
          <a:prstGeom prst="rect">
            <a:avLst/>
          </a:prstGeom>
        </p:spPr>
      </p:pic>
      <p:sp>
        <p:nvSpPr>
          <p:cNvPr id="48" name="Text 36"/>
          <p:cNvSpPr/>
          <p:nvPr/>
        </p:nvSpPr>
        <p:spPr>
          <a:xfrm>
            <a:off x="6601968" y="2807208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1080 × 1080 px</a:t>
            </a:r>
            <a:endParaRPr lang="en-US" sz="1300" dirty="0"/>
          </a:p>
        </p:txBody>
      </p:sp>
      <p:sp>
        <p:nvSpPr>
          <p:cNvPr id="49" name="Text 37"/>
          <p:cNvSpPr/>
          <p:nvPr/>
        </p:nvSpPr>
        <p:spPr>
          <a:xfrm>
            <a:off x="6601968" y="3236976"/>
            <a:ext cx="2231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Square for Stories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109728" y="3730752"/>
            <a:ext cx="1188720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51" name="Shape 39"/>
          <p:cNvSpPr/>
          <p:nvPr/>
        </p:nvSpPr>
        <p:spPr>
          <a:xfrm>
            <a:off x="109728" y="3730752"/>
            <a:ext cx="1188720" cy="45720"/>
          </a:xfrm>
          <a:prstGeom prst="rect">
            <a:avLst/>
          </a:prstGeom>
          <a:solidFill>
            <a:srgbClr val="FFA0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2" name="Image 10" descr="C:\Users\Samy Chouaf\Desktop\smart-creator-design-system\assets\logos\app\youtube.com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74320" y="3986784"/>
            <a:ext cx="457200" cy="457200"/>
          </a:xfrm>
          <a:prstGeom prst="rect">
            <a:avLst/>
          </a:prstGeom>
        </p:spPr>
      </p:pic>
      <p:sp>
        <p:nvSpPr>
          <p:cNvPr id="53" name="Text 40"/>
          <p:cNvSpPr/>
          <p:nvPr/>
        </p:nvSpPr>
        <p:spPr>
          <a:xfrm>
            <a:off x="155448" y="449884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YouTube</a:t>
            </a:r>
            <a:endParaRPr lang="en-US" sz="1100" dirty="0"/>
          </a:p>
        </p:txBody>
      </p:sp>
      <p:sp>
        <p:nvSpPr>
          <p:cNvPr id="54" name="Shape 41"/>
          <p:cNvSpPr/>
          <p:nvPr/>
        </p:nvSpPr>
        <p:spPr>
          <a:xfrm>
            <a:off x="1371600" y="3730752"/>
            <a:ext cx="2450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55" name="Shape 42"/>
          <p:cNvSpPr/>
          <p:nvPr/>
        </p:nvSpPr>
        <p:spPr>
          <a:xfrm>
            <a:off x="1371600" y="3730752"/>
            <a:ext cx="2450592" cy="45720"/>
          </a:xfrm>
          <a:prstGeom prst="rect">
            <a:avLst/>
          </a:prstGeom>
          <a:solidFill>
            <a:srgbClr val="FFA0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6" name="Image 11" descr="C:\Users\Samy Chouaf\Desktop\smart-creator-design-system\assets\logos\app\youtube.com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481328" y="3840480"/>
            <a:ext cx="256032" cy="256032"/>
          </a:xfrm>
          <a:prstGeom prst="rect">
            <a:avLst/>
          </a:prstGeom>
        </p:spPr>
      </p:pic>
      <p:sp>
        <p:nvSpPr>
          <p:cNvPr id="57" name="Text 43"/>
          <p:cNvSpPr/>
          <p:nvPr/>
        </p:nvSpPr>
        <p:spPr>
          <a:xfrm>
            <a:off x="1481328" y="4142232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N/A</a:t>
            </a:r>
            <a:endParaRPr lang="en-US" sz="1300" dirty="0"/>
          </a:p>
        </p:txBody>
      </p:sp>
      <p:sp>
        <p:nvSpPr>
          <p:cNvPr id="58" name="Text 44"/>
          <p:cNvSpPr/>
          <p:nvPr/>
        </p:nvSpPr>
        <p:spPr>
          <a:xfrm>
            <a:off x="1481328" y="4572000"/>
            <a:ext cx="2231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 a native format</a:t>
            </a:r>
            <a:endParaRPr lang="en-US" sz="1000" dirty="0"/>
          </a:p>
        </p:txBody>
      </p:sp>
      <p:sp>
        <p:nvSpPr>
          <p:cNvPr id="59" name="Shape 45"/>
          <p:cNvSpPr/>
          <p:nvPr/>
        </p:nvSpPr>
        <p:spPr>
          <a:xfrm>
            <a:off x="3931920" y="3730752"/>
            <a:ext cx="2450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60" name="Shape 46"/>
          <p:cNvSpPr/>
          <p:nvPr/>
        </p:nvSpPr>
        <p:spPr>
          <a:xfrm>
            <a:off x="3931920" y="3730752"/>
            <a:ext cx="2450592" cy="45720"/>
          </a:xfrm>
          <a:prstGeom prst="rect">
            <a:avLst/>
          </a:prstGeom>
          <a:solidFill>
            <a:srgbClr val="FFA0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1" name="Image 12" descr="C:\Users\Samy Chouaf\Desktop\smart-creator-design-system\assets\logos\app\youtube.com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041648" y="3840480"/>
            <a:ext cx="256032" cy="256032"/>
          </a:xfrm>
          <a:prstGeom prst="rect">
            <a:avLst/>
          </a:prstGeom>
        </p:spPr>
      </p:pic>
      <p:sp>
        <p:nvSpPr>
          <p:cNvPr id="62" name="Text 47"/>
          <p:cNvSpPr/>
          <p:nvPr/>
        </p:nvSpPr>
        <p:spPr>
          <a:xfrm>
            <a:off x="4041648" y="4142232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1280 × 720 px</a:t>
            </a:r>
            <a:endParaRPr lang="en-US" sz="1300" dirty="0"/>
          </a:p>
        </p:txBody>
      </p:sp>
      <p:sp>
        <p:nvSpPr>
          <p:cNvPr id="63" name="Text 48"/>
          <p:cNvSpPr/>
          <p:nvPr/>
        </p:nvSpPr>
        <p:spPr>
          <a:xfrm>
            <a:off x="4041648" y="4572000"/>
            <a:ext cx="2231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Thumbnail size</a:t>
            </a:r>
            <a:endParaRPr lang="en-US" sz="1000" dirty="0"/>
          </a:p>
        </p:txBody>
      </p:sp>
      <p:sp>
        <p:nvSpPr>
          <p:cNvPr id="64" name="Shape 49"/>
          <p:cNvSpPr/>
          <p:nvPr/>
        </p:nvSpPr>
        <p:spPr>
          <a:xfrm>
            <a:off x="6492240" y="3730752"/>
            <a:ext cx="2450592" cy="1243584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52400" dist="38100" dir="8100000">
              <a:srgbClr val="000000">
                <a:alpha val="22000"/>
              </a:srgbClr>
            </a:outerShdw>
          </a:effectLst>
        </p:spPr>
      </p:sp>
      <p:sp>
        <p:nvSpPr>
          <p:cNvPr id="65" name="Shape 50"/>
          <p:cNvSpPr/>
          <p:nvPr/>
        </p:nvSpPr>
        <p:spPr>
          <a:xfrm>
            <a:off x="6492240" y="3730752"/>
            <a:ext cx="2450592" cy="45720"/>
          </a:xfrm>
          <a:prstGeom prst="rect">
            <a:avLst/>
          </a:prstGeom>
          <a:solidFill>
            <a:srgbClr val="FFA06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6" name="Image 13" descr="C:\Users\Samy Chouaf\Desktop\smart-creator-design-system\assets\logos\app\youtube.com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601968" y="3840480"/>
            <a:ext cx="256032" cy="256032"/>
          </a:xfrm>
          <a:prstGeom prst="rect">
            <a:avLst/>
          </a:prstGeom>
        </p:spPr>
      </p:pic>
      <p:sp>
        <p:nvSpPr>
          <p:cNvPr id="67" name="Text 51"/>
          <p:cNvSpPr/>
          <p:nvPr/>
        </p:nvSpPr>
        <p:spPr>
          <a:xfrm>
            <a:off x="6601968" y="4142232"/>
            <a:ext cx="22311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92C69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1280 × 720 px</a:t>
            </a:r>
            <a:endParaRPr lang="en-US" sz="1300" dirty="0"/>
          </a:p>
        </p:txBody>
      </p:sp>
      <p:sp>
        <p:nvSpPr>
          <p:cNvPr id="68" name="Text 52"/>
          <p:cNvSpPr/>
          <p:nvPr/>
        </p:nvSpPr>
        <p:spPr>
          <a:xfrm>
            <a:off x="6601968" y="4572000"/>
            <a:ext cx="22311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71718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16:9 presentation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Your AI Design System</dc:title>
  <dc:subject>PptxGenJS Presentation</dc:subject>
  <dc:creator>Samy Chouaf</dc:creator>
  <cp:lastModifiedBy>Samy Chouaf</cp:lastModifiedBy>
  <cp:revision>1</cp:revision>
  <dcterms:created xsi:type="dcterms:W3CDTF">2026-05-30T09:31:41Z</dcterms:created>
  <dcterms:modified xsi:type="dcterms:W3CDTF">2026-05-30T09:31:41Z</dcterms:modified>
</cp:coreProperties>
</file>