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5143500" cx="9144000"/>
  <p:notesSz cx="6858000" cy="9144000"/>
  <p:embeddedFontLst>
    <p:embeddedFont>
      <p:font typeface="Montserrat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Montserrat-regular.fntdata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font" Target="fonts/Montserrat-italic.fntdata"/><Relationship Id="rId14" Type="http://schemas.openxmlformats.org/officeDocument/2006/relationships/font" Target="fonts/Montserrat-bold.fntdata"/><Relationship Id="rId16" Type="http://schemas.openxmlformats.org/officeDocument/2006/relationships/font" Target="fonts/Montserrat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